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3" r:id="rId4"/>
  </p:sldMasterIdLst>
  <p:sldIdLst>
    <p:sldId id="256" r:id="rId5"/>
    <p:sldId id="259" r:id="rId6"/>
    <p:sldId id="260" r:id="rId7"/>
    <p:sldId id="258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945116-86E0-E9D6-33A4-64E9A6D334F7}" v="985" dt="2026-05-25T16:58:04.716"/>
    <p1510:client id="{6694F560-AD92-4B21-B29E-30813966C123}" v="426" dt="2026-05-25T19:24:43.507"/>
    <p1510:client id="{BAF4165C-631C-8384-361B-25789B86EC45}" v="763" dt="2026-05-25T19:20:45.707"/>
    <p1510:client id="{DEDD71BF-517F-05F9-1C59-73F340682456}" v="44" dt="2026-05-25T18:15:26.368"/>
    <p1510:client id="{F31758ED-AB42-ADB3-C222-A3E463C3F110}" v="359" dt="2026-05-25T18:58:07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947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7D7DE-61AE-4BC6-A87E-9454F8FD646E}" type="datetimeFigureOut">
              <a:rPr lang="en-US" dirty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AA0FC-AF95-454C-A4E6-937690C7EEE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7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750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582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80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239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8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400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6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57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14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28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24" r:id="rId1"/>
    <p:sldLayoutId id="2147484025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  <p:sldLayoutId id="2147484033" r:id="rId10"/>
    <p:sldLayoutId id="214748403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F14DC-5646-A22F-87C5-C162ACE5C5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>
                <a:solidFill>
                  <a:schemeClr val="tx1"/>
                </a:solidFill>
                <a:ea typeface="+mj-lt"/>
                <a:cs typeface="+mj-lt"/>
              </a:rPr>
              <a:t>Sistema </a:t>
            </a:r>
            <a:r>
              <a:rPr lang="es-ES" err="1">
                <a:solidFill>
                  <a:schemeClr val="tx1"/>
                </a:solidFill>
                <a:ea typeface="+mj-lt"/>
                <a:cs typeface="+mj-lt"/>
              </a:rPr>
              <a:t>Multiagente</a:t>
            </a:r>
            <a:r>
              <a:rPr lang="es-ES">
                <a:solidFill>
                  <a:schemeClr val="tx1"/>
                </a:solidFill>
                <a:ea typeface="+mj-lt"/>
                <a:cs typeface="+mj-lt"/>
              </a:rPr>
              <a:t> de Detección de Vehículos</a:t>
            </a:r>
            <a:endParaRPr lang="es-ES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F63873-BFA3-A889-D2DB-C1D6E7FB40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47500" lnSpcReduction="20000"/>
          </a:bodyPr>
          <a:lstStyle/>
          <a:p>
            <a:r>
              <a:rPr lang="es-ES"/>
              <a:t>Gonzalo Porras Grande</a:t>
            </a:r>
            <a:endParaRPr lang="es-ES" err="1">
              <a:ea typeface="Calibri Light"/>
              <a:cs typeface="Calibri Light"/>
            </a:endParaRPr>
          </a:p>
          <a:p>
            <a:r>
              <a:rPr lang="es-ES"/>
              <a:t>Diego José Ruiz </a:t>
            </a:r>
            <a:r>
              <a:rPr lang="es-ES" err="1"/>
              <a:t>Ruiz</a:t>
            </a:r>
            <a:endParaRPr lang="es-ES">
              <a:ea typeface="Calibri Light"/>
              <a:cs typeface="Calibri Light"/>
            </a:endParaRPr>
          </a:p>
          <a:p>
            <a:r>
              <a:rPr lang="es-ES"/>
              <a:t>Alejandro Oviedo Saiz</a:t>
            </a:r>
          </a:p>
          <a:p>
            <a:r>
              <a:rPr lang="es-ES"/>
              <a:t>Santiago Rodríguez García San Miguel</a:t>
            </a:r>
          </a:p>
        </p:txBody>
      </p:sp>
    </p:spTree>
    <p:extLst>
      <p:ext uri="{BB962C8B-B14F-4D97-AF65-F5344CB8AC3E}">
        <p14:creationId xmlns:p14="http://schemas.microsoft.com/office/powerpoint/2010/main" val="738903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58D0A946-E68C-C296-EC72-E7826A3520AA}"/>
              </a:ext>
            </a:extLst>
          </p:cNvPr>
          <p:cNvSpPr/>
          <p:nvPr/>
        </p:nvSpPr>
        <p:spPr>
          <a:xfrm>
            <a:off x="1073843" y="2029224"/>
            <a:ext cx="1896981" cy="36958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68723A7-A383-E2FA-5C48-352F61A6807D}"/>
              </a:ext>
            </a:extLst>
          </p:cNvPr>
          <p:cNvSpPr/>
          <p:nvPr/>
        </p:nvSpPr>
        <p:spPr>
          <a:xfrm>
            <a:off x="7980073" y="2607958"/>
            <a:ext cx="3266650" cy="1882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359F28-F814-AEDB-F426-CD6E8E295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Introduc</a:t>
            </a:r>
            <a:r>
              <a:rPr lang="es-ES"/>
              <a:t>ción</a:t>
            </a:r>
          </a:p>
        </p:txBody>
      </p:sp>
      <p:pic>
        <p:nvPicPr>
          <p:cNvPr id="7" name="Imagen 6" descr="Icono de Cámara de seguridad Generic Others | Freepik">
            <a:extLst>
              <a:ext uri="{FF2B5EF4-FFF2-40B4-BE49-F238E27FC236}">
                <a16:creationId xmlns:a16="http://schemas.microsoft.com/office/drawing/2014/main" id="{34E815BF-E53A-435A-0CD7-674FFE4DF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714513" y="2995911"/>
            <a:ext cx="1066246" cy="1171114"/>
          </a:xfrm>
          <a:prstGeom prst="rect">
            <a:avLst/>
          </a:prstGeom>
        </p:spPr>
      </p:pic>
      <p:pic>
        <p:nvPicPr>
          <p:cNvPr id="10" name="Imagen 9" descr="Monitor - Iconos gratis de">
            <a:extLst>
              <a:ext uri="{FF2B5EF4-FFF2-40B4-BE49-F238E27FC236}">
                <a16:creationId xmlns:a16="http://schemas.microsoft.com/office/drawing/2014/main" id="{C7750676-3294-179B-ADA0-4582C2178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7220" y="3073077"/>
            <a:ext cx="1066250" cy="978200"/>
          </a:xfrm>
          <a:prstGeom prst="rect">
            <a:avLst/>
          </a:prstGeom>
        </p:spPr>
      </p:pic>
      <p:pic>
        <p:nvPicPr>
          <p:cNvPr id="15" name="Imagen 14" descr="Cerebro - Iconos gratis de asistencia sanitaria y médica">
            <a:extLst>
              <a:ext uri="{FF2B5EF4-FFF2-40B4-BE49-F238E27FC236}">
                <a16:creationId xmlns:a16="http://schemas.microsoft.com/office/drawing/2014/main" id="{6D541CAB-3137-EB5F-0829-6BEC24453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040" y="3069494"/>
            <a:ext cx="1056605" cy="968555"/>
          </a:xfrm>
          <a:prstGeom prst="rect">
            <a:avLst/>
          </a:prstGeom>
        </p:spPr>
      </p:pic>
      <p:pic>
        <p:nvPicPr>
          <p:cNvPr id="21" name="Imagen 20" descr="Coche - Iconos gratis de transporte">
            <a:extLst>
              <a:ext uri="{FF2B5EF4-FFF2-40B4-BE49-F238E27FC236}">
                <a16:creationId xmlns:a16="http://schemas.microsoft.com/office/drawing/2014/main" id="{1CCA8A8B-5957-8DF3-C3B0-9AFA6785E4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018" y="2620703"/>
            <a:ext cx="642396" cy="652041"/>
          </a:xfrm>
          <a:prstGeom prst="rect">
            <a:avLst/>
          </a:prstGeom>
        </p:spPr>
      </p:pic>
      <p:pic>
        <p:nvPicPr>
          <p:cNvPr id="22" name="Imagen 21" descr="Moto - Iconos gratis de transporte">
            <a:extLst>
              <a:ext uri="{FF2B5EF4-FFF2-40B4-BE49-F238E27FC236}">
                <a16:creationId xmlns:a16="http://schemas.microsoft.com/office/drawing/2014/main" id="{040280E9-71BF-31FB-0CE0-48C95DA359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2066" y="2296607"/>
            <a:ext cx="653970" cy="644326"/>
          </a:xfrm>
          <a:prstGeom prst="rect">
            <a:avLst/>
          </a:prstGeom>
        </p:spPr>
      </p:pic>
      <p:pic>
        <p:nvPicPr>
          <p:cNvPr id="23" name="Imagen 22" descr="Camión - Iconos gratis de transporte">
            <a:extLst>
              <a:ext uri="{FF2B5EF4-FFF2-40B4-BE49-F238E27FC236}">
                <a16:creationId xmlns:a16="http://schemas.microsoft.com/office/drawing/2014/main" id="{FC77DCB6-6997-201C-A6C5-009A054C11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0057" y="2939004"/>
            <a:ext cx="603814" cy="536295"/>
          </a:xfrm>
          <a:prstGeom prst="rect">
            <a:avLst/>
          </a:prstGeom>
        </p:spPr>
      </p:pic>
      <p:pic>
        <p:nvPicPr>
          <p:cNvPr id="24" name="Imagen 23" descr="Autobús - Iconos gratis de transporte">
            <a:extLst>
              <a:ext uri="{FF2B5EF4-FFF2-40B4-BE49-F238E27FC236}">
                <a16:creationId xmlns:a16="http://schemas.microsoft.com/office/drawing/2014/main" id="{AD0DA55E-9AD7-3704-A9A2-E9D18E6D7F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4790" y="3209079"/>
            <a:ext cx="738852" cy="680979"/>
          </a:xfrm>
          <a:prstGeom prst="rect">
            <a:avLst/>
          </a:prstGeom>
        </p:spPr>
      </p:pic>
      <p:pic>
        <p:nvPicPr>
          <p:cNvPr id="25" name="Imagen 24" descr="Bicicleta - Iconos gratis de transporte">
            <a:extLst>
              <a:ext uri="{FF2B5EF4-FFF2-40B4-BE49-F238E27FC236}">
                <a16:creationId xmlns:a16="http://schemas.microsoft.com/office/drawing/2014/main" id="{B8BA451D-1FF5-8D7E-1873-71791A4A67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0765" y="4395485"/>
            <a:ext cx="652041" cy="594168"/>
          </a:xfrm>
          <a:prstGeom prst="rect">
            <a:avLst/>
          </a:prstGeom>
        </p:spPr>
      </p:pic>
      <p:pic>
        <p:nvPicPr>
          <p:cNvPr id="26" name="Imagen 25" descr="Barco - Iconos gratis de transporte">
            <a:extLst>
              <a:ext uri="{FF2B5EF4-FFF2-40B4-BE49-F238E27FC236}">
                <a16:creationId xmlns:a16="http://schemas.microsoft.com/office/drawing/2014/main" id="{0EC45854-C331-7F28-FA9F-7F08D3ADCDF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2665" y="4713788"/>
            <a:ext cx="623104" cy="555586"/>
          </a:xfrm>
          <a:prstGeom prst="rect">
            <a:avLst/>
          </a:prstGeom>
        </p:spPr>
      </p:pic>
      <p:pic>
        <p:nvPicPr>
          <p:cNvPr id="27" name="Imagen 26" descr="Avión - Iconos gratis de transporte">
            <a:extLst>
              <a:ext uri="{FF2B5EF4-FFF2-40B4-BE49-F238E27FC236}">
                <a16:creationId xmlns:a16="http://schemas.microsoft.com/office/drawing/2014/main" id="{D0FA95A0-C16C-CDF9-75BA-B490BEB374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9044" y="3884269"/>
            <a:ext cx="970345" cy="970344"/>
          </a:xfrm>
          <a:prstGeom prst="rect">
            <a:avLst/>
          </a:prstGeom>
        </p:spPr>
      </p:pic>
      <p:pic>
        <p:nvPicPr>
          <p:cNvPr id="28" name="Imagen 27" descr="Tren - Iconos gratis de transporte">
            <a:extLst>
              <a:ext uri="{FF2B5EF4-FFF2-40B4-BE49-F238E27FC236}">
                <a16:creationId xmlns:a16="http://schemas.microsoft.com/office/drawing/2014/main" id="{6EF9901D-0D96-E4EC-CA86-BC165074179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30057" y="3691358"/>
            <a:ext cx="603813" cy="545939"/>
          </a:xfrm>
          <a:prstGeom prst="rect">
            <a:avLst/>
          </a:prstGeom>
        </p:spPr>
      </p:pic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6929922F-9467-FE55-6AD0-103FE2A39AD6}"/>
              </a:ext>
            </a:extLst>
          </p:cNvPr>
          <p:cNvSpPr/>
          <p:nvPr/>
        </p:nvSpPr>
        <p:spPr>
          <a:xfrm>
            <a:off x="4787508" y="3432018"/>
            <a:ext cx="3431920" cy="334709"/>
          </a:xfrm>
          <a:prstGeom prst="right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Imagen 8" descr="Galería - Iconos gratis de interfaz">
            <a:extLst>
              <a:ext uri="{FF2B5EF4-FFF2-40B4-BE49-F238E27FC236}">
                <a16:creationId xmlns:a16="http://schemas.microsoft.com/office/drawing/2014/main" id="{DE98AE8C-54D6-7F3C-05A4-EA2CCBB63C3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08876" y="3106837"/>
            <a:ext cx="856527" cy="981919"/>
          </a:xfrm>
          <a:prstGeom prst="rect">
            <a:avLst/>
          </a:prstGeom>
        </p:spPr>
      </p:pic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8A50C3DB-BC71-5E66-086C-DDA772B4CEE2}"/>
              </a:ext>
            </a:extLst>
          </p:cNvPr>
          <p:cNvSpPr/>
          <p:nvPr/>
        </p:nvSpPr>
        <p:spPr>
          <a:xfrm>
            <a:off x="9475254" y="3422372"/>
            <a:ext cx="441794" cy="344354"/>
          </a:xfrm>
          <a:prstGeom prst="right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47EF3A2D-B518-C5BA-7203-15F36DBAE584}"/>
              </a:ext>
            </a:extLst>
          </p:cNvPr>
          <p:cNvSpPr/>
          <p:nvPr/>
        </p:nvSpPr>
        <p:spPr>
          <a:xfrm rot="10800000" flipH="1">
            <a:off x="3116922" y="3412725"/>
            <a:ext cx="628864" cy="354000"/>
          </a:xfrm>
          <a:prstGeom prst="right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8838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64BE9-67CA-644B-84D4-4E750A0F9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+mj-lt"/>
                <a:cs typeface="+mj-lt"/>
              </a:rPr>
              <a:t>Tecnologías Utilizadas</a:t>
            </a:r>
            <a:endParaRPr lang="es-ES"/>
          </a:p>
        </p:txBody>
      </p:sp>
      <p:pic>
        <p:nvPicPr>
          <p:cNvPr id="4" name="Marcador de contenido 3" descr="Java red full logo">
            <a:extLst>
              <a:ext uri="{FF2B5EF4-FFF2-40B4-BE49-F238E27FC236}">
                <a16:creationId xmlns:a16="http://schemas.microsoft.com/office/drawing/2014/main" id="{9D3B4FED-E692-0A45-9FAE-AF2BC6D34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2298" y="2120659"/>
            <a:ext cx="2929582" cy="2970770"/>
          </a:xfrm>
          <a:prstGeom prst="rect">
            <a:avLst/>
          </a:prstGeom>
        </p:spPr>
      </p:pic>
      <p:pic>
        <p:nvPicPr>
          <p:cNvPr id="5" name="Imagen 4" descr="Intellij IDEA Logo">
            <a:extLst>
              <a:ext uri="{FF2B5EF4-FFF2-40B4-BE49-F238E27FC236}">
                <a16:creationId xmlns:a16="http://schemas.microsoft.com/office/drawing/2014/main" id="{8E7EADAF-B64E-270E-CBD8-0D3626EFB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971" y="2880845"/>
            <a:ext cx="1186986" cy="1154328"/>
          </a:xfrm>
          <a:prstGeom prst="rect">
            <a:avLst/>
          </a:prstGeom>
        </p:spPr>
      </p:pic>
      <p:pic>
        <p:nvPicPr>
          <p:cNvPr id="6" name="Imagen 5" descr="Free Github Logo Brand Icon">
            <a:extLst>
              <a:ext uri="{FF2B5EF4-FFF2-40B4-BE49-F238E27FC236}">
                <a16:creationId xmlns:a16="http://schemas.microsoft.com/office/drawing/2014/main" id="{9628E868-A5EC-8DB7-9E0D-E650F93F5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369" y="2435828"/>
            <a:ext cx="1111815" cy="1153004"/>
          </a:xfrm>
          <a:prstGeom prst="rect">
            <a:avLst/>
          </a:prstGeom>
        </p:spPr>
      </p:pic>
      <p:pic>
        <p:nvPicPr>
          <p:cNvPr id="7" name="Imagen 6" descr="YOLOv8's logos">
            <a:extLst>
              <a:ext uri="{FF2B5EF4-FFF2-40B4-BE49-F238E27FC236}">
                <a16:creationId xmlns:a16="http://schemas.microsoft.com/office/drawing/2014/main" id="{EDAD1321-061B-4EE5-BD2D-8870D32AD5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7215" y="4032525"/>
            <a:ext cx="1219936" cy="1196399"/>
          </a:xfrm>
          <a:prstGeom prst="rect">
            <a:avLst/>
          </a:prstGeom>
        </p:spPr>
      </p:pic>
      <p:pic>
        <p:nvPicPr>
          <p:cNvPr id="9" name="Imagen 8" descr="OpenCV Logo - OpenCV">
            <a:extLst>
              <a:ext uri="{FF2B5EF4-FFF2-40B4-BE49-F238E27FC236}">
                <a16:creationId xmlns:a16="http://schemas.microsoft.com/office/drawing/2014/main" id="{E997F479-C8ED-DBD9-C0C4-0797FCFDE3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0531" y="4218686"/>
            <a:ext cx="1439563" cy="1470454"/>
          </a:xfrm>
          <a:prstGeom prst="rect">
            <a:avLst/>
          </a:prstGeom>
        </p:spPr>
      </p:pic>
      <p:pic>
        <p:nvPicPr>
          <p:cNvPr id="10" name="Imagen 9" descr="Jade">
            <a:extLst>
              <a:ext uri="{FF2B5EF4-FFF2-40B4-BE49-F238E27FC236}">
                <a16:creationId xmlns:a16="http://schemas.microsoft.com/office/drawing/2014/main" id="{8D81C966-C4B8-FEA5-FE6C-4437F111C7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4629" y="3617323"/>
            <a:ext cx="2168611" cy="120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47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A145BB-F424-2786-A37E-330C28BF0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+mj-lt"/>
                <a:cs typeface="+mj-lt"/>
              </a:rPr>
              <a:t>Arquitectura del Sistema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03F119-1C31-954E-E100-FE7047827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47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ea typeface="+mn-lt"/>
                <a:cs typeface="+mn-lt"/>
              </a:rPr>
              <a:t>Tres agentes especializados se comunican mediante mensajes plataforma JADE</a:t>
            </a:r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50E0D97-BC98-0084-2999-35DDA9A89D0A}"/>
              </a:ext>
            </a:extLst>
          </p:cNvPr>
          <p:cNvSpPr txBox="1"/>
          <p:nvPr/>
        </p:nvSpPr>
        <p:spPr>
          <a:xfrm>
            <a:off x="714375" y="3305175"/>
            <a:ext cx="2714624" cy="6096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7602DA2-886B-4845-1CFE-DA6921DA4C63}"/>
              </a:ext>
            </a:extLst>
          </p:cNvPr>
          <p:cNvSpPr txBox="1"/>
          <p:nvPr/>
        </p:nvSpPr>
        <p:spPr>
          <a:xfrm>
            <a:off x="4258277" y="3604008"/>
            <a:ext cx="336232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4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ProcessingAgent</a:t>
            </a:r>
            <a:endParaRPr lang="es-ES" sz="24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086026A-10FF-4D6E-AA2F-AB45061C99B8}"/>
              </a:ext>
            </a:extLst>
          </p:cNvPr>
          <p:cNvSpPr txBox="1"/>
          <p:nvPr/>
        </p:nvSpPr>
        <p:spPr>
          <a:xfrm>
            <a:off x="8473964" y="4838973"/>
            <a:ext cx="1844019" cy="4791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400" err="1">
                <a:ea typeface="+mn-lt"/>
                <a:cs typeface="+mn-lt"/>
              </a:rPr>
              <a:t>UIAgent</a:t>
            </a:r>
            <a:endParaRPr lang="es-ES" sz="2400" err="1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0C7041-4C52-0604-B78F-9DF29ABA94CA}"/>
              </a:ext>
            </a:extLst>
          </p:cNvPr>
          <p:cNvSpPr txBox="1"/>
          <p:nvPr/>
        </p:nvSpPr>
        <p:spPr>
          <a:xfrm>
            <a:off x="717002" y="2351525"/>
            <a:ext cx="24135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err="1">
                <a:ea typeface="+mn-lt"/>
                <a:cs typeface="+mn-lt"/>
              </a:rPr>
              <a:t>PerceptionAgent</a:t>
            </a:r>
            <a:r>
              <a:rPr lang="es-ES" sz="2400">
                <a:ea typeface="+mn-lt"/>
                <a:cs typeface="+mn-lt"/>
              </a:rPr>
              <a:t> </a:t>
            </a:r>
            <a:endParaRPr lang="es-ES" sz="240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725A7C1-E0BB-FF7A-240F-FF9EABBEEB74}"/>
              </a:ext>
            </a:extLst>
          </p:cNvPr>
          <p:cNvSpPr txBox="1"/>
          <p:nvPr/>
        </p:nvSpPr>
        <p:spPr>
          <a:xfrm>
            <a:off x="715469" y="2815241"/>
            <a:ext cx="357231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>
                <a:latin typeface="Calibri"/>
                <a:ea typeface="Calibri"/>
                <a:cs typeface="Calibri"/>
              </a:rPr>
              <a:t>Escanea la carpeta imágenes mientras</a:t>
            </a:r>
            <a:r>
              <a:rPr lang="es-E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gestiona hasta 10 </a:t>
            </a:r>
            <a:r>
              <a:rPr lang="es-ES" sz="16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ProcessingAgents</a:t>
            </a:r>
            <a:r>
              <a:rPr lang="es-E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concurrentes.</a:t>
            </a:r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6D7E9D3-1FAD-08AF-A3B5-AFDAB0408F18}"/>
              </a:ext>
            </a:extLst>
          </p:cNvPr>
          <p:cNvSpPr txBox="1"/>
          <p:nvPr/>
        </p:nvSpPr>
        <p:spPr>
          <a:xfrm>
            <a:off x="4254939" y="4067392"/>
            <a:ext cx="411523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 agente por imagen ejecuta la inferencia, filtra las clases de vehículos y envía el resultado al </a:t>
            </a:r>
            <a:r>
              <a:rPr lang="es-ES" sz="16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UIAgent</a:t>
            </a:r>
            <a:r>
              <a:rPr lang="es-E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 Se autodestruye al finalizar.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A3F924F-E9DD-5BAB-75F3-FD7BDC28843F}"/>
              </a:ext>
            </a:extLst>
          </p:cNvPr>
          <p:cNvSpPr txBox="1"/>
          <p:nvPr/>
        </p:nvSpPr>
        <p:spPr>
          <a:xfrm>
            <a:off x="8472652" y="5319110"/>
            <a:ext cx="353180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>
                <a:ea typeface="+mn-lt"/>
                <a:cs typeface="+mn-lt"/>
              </a:rPr>
              <a:t>Escucha los mensajes de resultados </a:t>
            </a:r>
            <a:r>
              <a:rPr lang="es-ES" sz="1600" err="1">
                <a:ea typeface="+mn-lt"/>
                <a:cs typeface="+mn-lt"/>
              </a:rPr>
              <a:t>ProcessingAgent</a:t>
            </a:r>
            <a:r>
              <a:rPr lang="es-ES" sz="1600">
                <a:ea typeface="+mn-lt"/>
                <a:cs typeface="+mn-lt"/>
              </a:rPr>
              <a:t> y</a:t>
            </a:r>
            <a:endParaRPr lang="es-ES" sz="1600">
              <a:ea typeface="Calibri"/>
              <a:cs typeface="Calibri"/>
            </a:endParaRPr>
          </a:p>
          <a:p>
            <a:r>
              <a:rPr lang="es-ES" sz="1600">
                <a:ea typeface="+mn-lt"/>
                <a:cs typeface="+mn-lt"/>
              </a:rPr>
              <a:t>actualiza la interfaz gráfica Swing</a:t>
            </a:r>
            <a:endParaRPr lang="es-ES" sz="1600"/>
          </a:p>
        </p:txBody>
      </p:sp>
      <p:sp>
        <p:nvSpPr>
          <p:cNvPr id="17" name="Flecha: doblada hacia arriba 16">
            <a:extLst>
              <a:ext uri="{FF2B5EF4-FFF2-40B4-BE49-F238E27FC236}">
                <a16:creationId xmlns:a16="http://schemas.microsoft.com/office/drawing/2014/main" id="{F3B589F9-F89C-2057-4DEC-6A3E67A3CAEB}"/>
              </a:ext>
            </a:extLst>
          </p:cNvPr>
          <p:cNvSpPr/>
          <p:nvPr/>
        </p:nvSpPr>
        <p:spPr>
          <a:xfrm rot="5400000">
            <a:off x="2764328" y="2399640"/>
            <a:ext cx="322975" cy="262682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ea typeface="Calibri"/>
              <a:cs typeface="Calibri"/>
            </a:endParaRPr>
          </a:p>
        </p:txBody>
      </p:sp>
      <p:sp>
        <p:nvSpPr>
          <p:cNvPr id="18" name="Flecha: doblada hacia arriba 17">
            <a:extLst>
              <a:ext uri="{FF2B5EF4-FFF2-40B4-BE49-F238E27FC236}">
                <a16:creationId xmlns:a16="http://schemas.microsoft.com/office/drawing/2014/main" id="{8FB8B834-1D67-6066-D35E-D0493BD0426A}"/>
              </a:ext>
            </a:extLst>
          </p:cNvPr>
          <p:cNvSpPr/>
          <p:nvPr/>
        </p:nvSpPr>
        <p:spPr>
          <a:xfrm rot="5400000">
            <a:off x="7550912" y="4225811"/>
            <a:ext cx="375526" cy="1602064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6648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5534C-D280-D38A-534F-6ADEAE270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+mj-lt"/>
                <a:cs typeface="+mj-lt"/>
              </a:rPr>
              <a:t>Agente de Percepción</a:t>
            </a:r>
            <a:endParaRPr lang="es-ES"/>
          </a:p>
        </p:txBody>
      </p:sp>
      <p:grpSp>
        <p:nvGrpSpPr>
          <p:cNvPr id="41" name="Group 11">
            <a:extLst>
              <a:ext uri="{FF2B5EF4-FFF2-40B4-BE49-F238E27FC236}">
                <a16:creationId xmlns:a16="http://schemas.microsoft.com/office/drawing/2014/main" id="{C4B45914-03FE-0FE4-20C2-287F992D955D}"/>
              </a:ext>
            </a:extLst>
          </p:cNvPr>
          <p:cNvGrpSpPr/>
          <p:nvPr/>
        </p:nvGrpSpPr>
        <p:grpSpPr>
          <a:xfrm>
            <a:off x="2282670" y="2313828"/>
            <a:ext cx="77859" cy="3929620"/>
            <a:chOff x="9599714" y="3879799"/>
            <a:chExt cx="38100" cy="7146290"/>
          </a:xfrm>
        </p:grpSpPr>
        <p:sp>
          <p:nvSpPr>
            <p:cNvPr id="58" name="Freeform 12">
              <a:extLst>
                <a:ext uri="{FF2B5EF4-FFF2-40B4-BE49-F238E27FC236}">
                  <a16:creationId xmlns:a16="http://schemas.microsoft.com/office/drawing/2014/main" id="{370CCDEE-40DF-81B2-FAE8-00DAD3B46B74}"/>
                </a:ext>
              </a:extLst>
            </p:cNvPr>
            <p:cNvSpPr/>
            <p:nvPr/>
          </p:nvSpPr>
          <p:spPr>
            <a:xfrm>
              <a:off x="9599714" y="3879799"/>
              <a:ext cx="38100" cy="7146290"/>
            </a:xfrm>
            <a:custGeom>
              <a:avLst/>
              <a:gdLst/>
              <a:ahLst/>
              <a:cxnLst/>
              <a:rect l="l" t="t" r="r" b="b"/>
              <a:pathLst>
                <a:path w="38100" h="7146290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22860" y="0"/>
                  </a:lnTo>
                  <a:cubicBezTo>
                    <a:pt x="31242" y="0"/>
                    <a:pt x="38100" y="6858"/>
                    <a:pt x="38100" y="15240"/>
                  </a:cubicBezTo>
                  <a:lnTo>
                    <a:pt x="38100" y="7131050"/>
                  </a:lnTo>
                  <a:cubicBezTo>
                    <a:pt x="38100" y="7139432"/>
                    <a:pt x="31242" y="7146290"/>
                    <a:pt x="22860" y="7146290"/>
                  </a:cubicBezTo>
                  <a:lnTo>
                    <a:pt x="15240" y="7146290"/>
                  </a:lnTo>
                  <a:cubicBezTo>
                    <a:pt x="6858" y="7146290"/>
                    <a:pt x="0" y="7139432"/>
                    <a:pt x="0" y="7131050"/>
                  </a:cubicBezTo>
                  <a:close/>
                </a:path>
              </a:pathLst>
            </a:custGeom>
            <a:solidFill>
              <a:srgbClr val="957C69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</p:grpSp>
      <p:grpSp>
        <p:nvGrpSpPr>
          <p:cNvPr id="42" name="Group 13">
            <a:extLst>
              <a:ext uri="{FF2B5EF4-FFF2-40B4-BE49-F238E27FC236}">
                <a16:creationId xmlns:a16="http://schemas.microsoft.com/office/drawing/2014/main" id="{9C190036-945D-346D-0875-E149029FF299}"/>
              </a:ext>
            </a:extLst>
          </p:cNvPr>
          <p:cNvGrpSpPr/>
          <p:nvPr/>
        </p:nvGrpSpPr>
        <p:grpSpPr>
          <a:xfrm>
            <a:off x="2269195" y="2578890"/>
            <a:ext cx="848214" cy="35021"/>
            <a:chOff x="9571139" y="4120305"/>
            <a:chExt cx="604266" cy="38100"/>
          </a:xfrm>
        </p:grpSpPr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184ECA5D-DBBE-7428-A0E4-B879F4CED94F}"/>
                </a:ext>
              </a:extLst>
            </p:cNvPr>
            <p:cNvSpPr/>
            <p:nvPr/>
          </p:nvSpPr>
          <p:spPr>
            <a:xfrm>
              <a:off x="9571139" y="4120305"/>
              <a:ext cx="604266" cy="38100"/>
            </a:xfrm>
            <a:custGeom>
              <a:avLst/>
              <a:gdLst/>
              <a:ahLst/>
              <a:cxnLst/>
              <a:rect l="l" t="t" r="r" b="b"/>
              <a:pathLst>
                <a:path w="604266" h="38100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589026" y="0"/>
                  </a:lnTo>
                  <a:cubicBezTo>
                    <a:pt x="597408" y="0"/>
                    <a:pt x="604266" y="6858"/>
                    <a:pt x="604266" y="15240"/>
                  </a:cubicBezTo>
                  <a:lnTo>
                    <a:pt x="604266" y="22860"/>
                  </a:lnTo>
                  <a:cubicBezTo>
                    <a:pt x="604266" y="31242"/>
                    <a:pt x="597408" y="38100"/>
                    <a:pt x="589026" y="38100"/>
                  </a:cubicBezTo>
                  <a:lnTo>
                    <a:pt x="15240" y="38100"/>
                  </a:lnTo>
                  <a:cubicBezTo>
                    <a:pt x="6858" y="38100"/>
                    <a:pt x="0" y="31242"/>
                    <a:pt x="0" y="22860"/>
                  </a:cubicBezTo>
                  <a:close/>
                </a:path>
              </a:pathLst>
            </a:custGeom>
            <a:solidFill>
              <a:srgbClr val="957C69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</p:grpSp>
      <p:grpSp>
        <p:nvGrpSpPr>
          <p:cNvPr id="43" name="Group 15">
            <a:extLst>
              <a:ext uri="{FF2B5EF4-FFF2-40B4-BE49-F238E27FC236}">
                <a16:creationId xmlns:a16="http://schemas.microsoft.com/office/drawing/2014/main" id="{1752B465-1C20-E4CB-FD6D-C91F1A600C1E}"/>
              </a:ext>
            </a:extLst>
          </p:cNvPr>
          <p:cNvGrpSpPr/>
          <p:nvPr/>
        </p:nvGrpSpPr>
        <p:grpSpPr>
          <a:xfrm>
            <a:off x="2163798" y="2519447"/>
            <a:ext cx="317680" cy="137412"/>
            <a:chOff x="9514808" y="4049687"/>
            <a:chExt cx="226314" cy="226314"/>
          </a:xfrm>
        </p:grpSpPr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E0D53A97-3F3A-70D7-7D5B-D485A30476CA}"/>
                </a:ext>
              </a:extLst>
            </p:cNvPr>
            <p:cNvSpPr/>
            <p:nvPr/>
          </p:nvSpPr>
          <p:spPr>
            <a:xfrm>
              <a:off x="9514808" y="4049687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768"/>
                    <a:pt x="0" y="113157"/>
                  </a:cubicBezTo>
                  <a:close/>
                </a:path>
              </a:pathLst>
            </a:custGeom>
            <a:solidFill>
              <a:srgbClr val="AF9683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</p:grpSp>
      <p:grpSp>
        <p:nvGrpSpPr>
          <p:cNvPr id="44" name="Group 19">
            <a:extLst>
              <a:ext uri="{FF2B5EF4-FFF2-40B4-BE49-F238E27FC236}">
                <a16:creationId xmlns:a16="http://schemas.microsoft.com/office/drawing/2014/main" id="{E8C32EA0-CBB9-3635-31A7-5732E11184FF}"/>
              </a:ext>
            </a:extLst>
          </p:cNvPr>
          <p:cNvGrpSpPr/>
          <p:nvPr/>
        </p:nvGrpSpPr>
        <p:grpSpPr>
          <a:xfrm>
            <a:off x="2244816" y="3349022"/>
            <a:ext cx="848214" cy="35021"/>
            <a:chOff x="9571139" y="5380282"/>
            <a:chExt cx="604266" cy="38100"/>
          </a:xfrm>
        </p:grpSpPr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648A6779-FAC9-B8C0-FA1C-2E6EA22BFD98}"/>
                </a:ext>
              </a:extLst>
            </p:cNvPr>
            <p:cNvSpPr/>
            <p:nvPr/>
          </p:nvSpPr>
          <p:spPr>
            <a:xfrm>
              <a:off x="9571139" y="5380282"/>
              <a:ext cx="604266" cy="38100"/>
            </a:xfrm>
            <a:custGeom>
              <a:avLst/>
              <a:gdLst/>
              <a:ahLst/>
              <a:cxnLst/>
              <a:rect l="l" t="t" r="r" b="b"/>
              <a:pathLst>
                <a:path w="604266" h="38100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589026" y="0"/>
                  </a:lnTo>
                  <a:cubicBezTo>
                    <a:pt x="597408" y="0"/>
                    <a:pt x="604266" y="6858"/>
                    <a:pt x="604266" y="15240"/>
                  </a:cubicBezTo>
                  <a:lnTo>
                    <a:pt x="604266" y="22860"/>
                  </a:lnTo>
                  <a:cubicBezTo>
                    <a:pt x="604266" y="31242"/>
                    <a:pt x="597408" y="38100"/>
                    <a:pt x="589026" y="38100"/>
                  </a:cubicBezTo>
                  <a:lnTo>
                    <a:pt x="15240" y="38100"/>
                  </a:lnTo>
                  <a:cubicBezTo>
                    <a:pt x="6858" y="38100"/>
                    <a:pt x="0" y="31242"/>
                    <a:pt x="0" y="22860"/>
                  </a:cubicBezTo>
                  <a:close/>
                </a:path>
              </a:pathLst>
            </a:custGeom>
            <a:solidFill>
              <a:srgbClr val="957C69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</p:grpSp>
      <p:grpSp>
        <p:nvGrpSpPr>
          <p:cNvPr id="45" name="Group 21">
            <a:extLst>
              <a:ext uri="{FF2B5EF4-FFF2-40B4-BE49-F238E27FC236}">
                <a16:creationId xmlns:a16="http://schemas.microsoft.com/office/drawing/2014/main" id="{6DC375C5-B940-BBBF-952C-56C0A56C4427}"/>
              </a:ext>
            </a:extLst>
          </p:cNvPr>
          <p:cNvGrpSpPr/>
          <p:nvPr/>
        </p:nvGrpSpPr>
        <p:grpSpPr>
          <a:xfrm>
            <a:off x="2139417" y="3289582"/>
            <a:ext cx="317680" cy="137412"/>
            <a:chOff x="9514808" y="5309664"/>
            <a:chExt cx="226314" cy="226314"/>
          </a:xfrm>
        </p:grpSpPr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F0FEADC9-094B-0AE8-7028-5BE20F0B5510}"/>
                </a:ext>
              </a:extLst>
            </p:cNvPr>
            <p:cNvSpPr/>
            <p:nvPr/>
          </p:nvSpPr>
          <p:spPr>
            <a:xfrm>
              <a:off x="9514808" y="5309664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768"/>
                    <a:pt x="0" y="113157"/>
                  </a:cubicBezTo>
                  <a:close/>
                </a:path>
              </a:pathLst>
            </a:custGeom>
            <a:solidFill>
              <a:srgbClr val="AF9683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</p:grpSp>
      <p:grpSp>
        <p:nvGrpSpPr>
          <p:cNvPr id="46" name="Group 25">
            <a:extLst>
              <a:ext uri="{FF2B5EF4-FFF2-40B4-BE49-F238E27FC236}">
                <a16:creationId xmlns:a16="http://schemas.microsoft.com/office/drawing/2014/main" id="{E1B54BBF-7238-BBBF-303D-21F7046DF10F}"/>
              </a:ext>
            </a:extLst>
          </p:cNvPr>
          <p:cNvGrpSpPr/>
          <p:nvPr/>
        </p:nvGrpSpPr>
        <p:grpSpPr>
          <a:xfrm>
            <a:off x="2244816" y="4115231"/>
            <a:ext cx="848214" cy="35021"/>
            <a:chOff x="9571139" y="6870059"/>
            <a:chExt cx="604266" cy="38100"/>
          </a:xfrm>
        </p:grpSpPr>
        <p:sp>
          <p:nvSpPr>
            <p:cNvPr id="53" name="Freeform 26">
              <a:extLst>
                <a:ext uri="{FF2B5EF4-FFF2-40B4-BE49-F238E27FC236}">
                  <a16:creationId xmlns:a16="http://schemas.microsoft.com/office/drawing/2014/main" id="{1D70B52D-A65A-0B75-3822-D0AC78E971A5}"/>
                </a:ext>
              </a:extLst>
            </p:cNvPr>
            <p:cNvSpPr/>
            <p:nvPr/>
          </p:nvSpPr>
          <p:spPr>
            <a:xfrm>
              <a:off x="9571139" y="6870059"/>
              <a:ext cx="604266" cy="38100"/>
            </a:xfrm>
            <a:custGeom>
              <a:avLst/>
              <a:gdLst/>
              <a:ahLst/>
              <a:cxnLst/>
              <a:rect l="l" t="t" r="r" b="b"/>
              <a:pathLst>
                <a:path w="604266" h="38100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589026" y="0"/>
                  </a:lnTo>
                  <a:cubicBezTo>
                    <a:pt x="597408" y="0"/>
                    <a:pt x="604266" y="6858"/>
                    <a:pt x="604266" y="15240"/>
                  </a:cubicBezTo>
                  <a:lnTo>
                    <a:pt x="604266" y="22860"/>
                  </a:lnTo>
                  <a:cubicBezTo>
                    <a:pt x="604266" y="31242"/>
                    <a:pt x="597408" y="38100"/>
                    <a:pt x="589026" y="38100"/>
                  </a:cubicBezTo>
                  <a:lnTo>
                    <a:pt x="15240" y="38100"/>
                  </a:lnTo>
                  <a:cubicBezTo>
                    <a:pt x="6858" y="38100"/>
                    <a:pt x="0" y="31242"/>
                    <a:pt x="0" y="22860"/>
                  </a:cubicBezTo>
                  <a:close/>
                </a:path>
              </a:pathLst>
            </a:custGeom>
            <a:solidFill>
              <a:srgbClr val="957C69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</p:grpSp>
      <p:grpSp>
        <p:nvGrpSpPr>
          <p:cNvPr id="47" name="Group 27">
            <a:extLst>
              <a:ext uri="{FF2B5EF4-FFF2-40B4-BE49-F238E27FC236}">
                <a16:creationId xmlns:a16="http://schemas.microsoft.com/office/drawing/2014/main" id="{FDAC239A-A8A5-F195-0FD4-2A60E5414AB6}"/>
              </a:ext>
            </a:extLst>
          </p:cNvPr>
          <p:cNvGrpSpPr/>
          <p:nvPr/>
        </p:nvGrpSpPr>
        <p:grpSpPr>
          <a:xfrm>
            <a:off x="2139417" y="4055791"/>
            <a:ext cx="317680" cy="137412"/>
            <a:chOff x="9514808" y="6799440"/>
            <a:chExt cx="226314" cy="226314"/>
          </a:xfrm>
        </p:grpSpPr>
        <p:sp>
          <p:nvSpPr>
            <p:cNvPr id="52" name="Freeform 28">
              <a:extLst>
                <a:ext uri="{FF2B5EF4-FFF2-40B4-BE49-F238E27FC236}">
                  <a16:creationId xmlns:a16="http://schemas.microsoft.com/office/drawing/2014/main" id="{BEC23A15-7263-71D0-C744-895AD6D364F3}"/>
                </a:ext>
              </a:extLst>
            </p:cNvPr>
            <p:cNvSpPr/>
            <p:nvPr/>
          </p:nvSpPr>
          <p:spPr>
            <a:xfrm>
              <a:off x="9514808" y="6799440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768"/>
                    <a:pt x="0" y="113157"/>
                  </a:cubicBezTo>
                  <a:close/>
                </a:path>
              </a:pathLst>
            </a:custGeom>
            <a:solidFill>
              <a:srgbClr val="AF9683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</p:grpSp>
      <p:grpSp>
        <p:nvGrpSpPr>
          <p:cNvPr id="48" name="Group 31">
            <a:extLst>
              <a:ext uri="{FF2B5EF4-FFF2-40B4-BE49-F238E27FC236}">
                <a16:creationId xmlns:a16="http://schemas.microsoft.com/office/drawing/2014/main" id="{BF8A7131-D044-84FF-B4E6-CECD44033D7B}"/>
              </a:ext>
            </a:extLst>
          </p:cNvPr>
          <p:cNvGrpSpPr/>
          <p:nvPr/>
        </p:nvGrpSpPr>
        <p:grpSpPr>
          <a:xfrm>
            <a:off x="2269195" y="4952708"/>
            <a:ext cx="848214" cy="35021"/>
            <a:chOff x="9571139" y="8359826"/>
            <a:chExt cx="604266" cy="38100"/>
          </a:xfrm>
        </p:grpSpPr>
        <p:sp>
          <p:nvSpPr>
            <p:cNvPr id="51" name="Freeform 32">
              <a:extLst>
                <a:ext uri="{FF2B5EF4-FFF2-40B4-BE49-F238E27FC236}">
                  <a16:creationId xmlns:a16="http://schemas.microsoft.com/office/drawing/2014/main" id="{6ABEDD63-5DAE-743E-154B-B82824AE52D6}"/>
                </a:ext>
              </a:extLst>
            </p:cNvPr>
            <p:cNvSpPr/>
            <p:nvPr/>
          </p:nvSpPr>
          <p:spPr>
            <a:xfrm>
              <a:off x="9571139" y="8359826"/>
              <a:ext cx="604266" cy="38100"/>
            </a:xfrm>
            <a:custGeom>
              <a:avLst/>
              <a:gdLst/>
              <a:ahLst/>
              <a:cxnLst/>
              <a:rect l="l" t="t" r="r" b="b"/>
              <a:pathLst>
                <a:path w="604266" h="38100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589026" y="0"/>
                  </a:lnTo>
                  <a:cubicBezTo>
                    <a:pt x="597408" y="0"/>
                    <a:pt x="604266" y="6858"/>
                    <a:pt x="604266" y="15240"/>
                  </a:cubicBezTo>
                  <a:lnTo>
                    <a:pt x="604266" y="22860"/>
                  </a:lnTo>
                  <a:cubicBezTo>
                    <a:pt x="604266" y="31242"/>
                    <a:pt x="597408" y="38100"/>
                    <a:pt x="589026" y="38100"/>
                  </a:cubicBezTo>
                  <a:lnTo>
                    <a:pt x="15240" y="38100"/>
                  </a:lnTo>
                  <a:cubicBezTo>
                    <a:pt x="6858" y="38100"/>
                    <a:pt x="0" y="31242"/>
                    <a:pt x="0" y="22860"/>
                  </a:cubicBezTo>
                  <a:close/>
                </a:path>
              </a:pathLst>
            </a:custGeom>
            <a:solidFill>
              <a:srgbClr val="957C69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</p:grpSp>
      <p:grpSp>
        <p:nvGrpSpPr>
          <p:cNvPr id="49" name="Group 33">
            <a:extLst>
              <a:ext uri="{FF2B5EF4-FFF2-40B4-BE49-F238E27FC236}">
                <a16:creationId xmlns:a16="http://schemas.microsoft.com/office/drawing/2014/main" id="{1EB14BB1-AA70-A941-80DD-999219F84796}"/>
              </a:ext>
            </a:extLst>
          </p:cNvPr>
          <p:cNvGrpSpPr/>
          <p:nvPr/>
        </p:nvGrpSpPr>
        <p:grpSpPr>
          <a:xfrm>
            <a:off x="2163798" y="4893271"/>
            <a:ext cx="317680" cy="137412"/>
            <a:chOff x="9514808" y="8289207"/>
            <a:chExt cx="226314" cy="226314"/>
          </a:xfrm>
        </p:grpSpPr>
        <p:sp>
          <p:nvSpPr>
            <p:cNvPr id="50" name="Freeform 34">
              <a:extLst>
                <a:ext uri="{FF2B5EF4-FFF2-40B4-BE49-F238E27FC236}">
                  <a16:creationId xmlns:a16="http://schemas.microsoft.com/office/drawing/2014/main" id="{910D4396-43DC-B767-CFEE-621977184592}"/>
                </a:ext>
              </a:extLst>
            </p:cNvPr>
            <p:cNvSpPr/>
            <p:nvPr/>
          </p:nvSpPr>
          <p:spPr>
            <a:xfrm>
              <a:off x="9514808" y="8289207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768"/>
                    <a:pt x="0" y="113157"/>
                  </a:cubicBezTo>
                  <a:close/>
                </a:path>
              </a:pathLst>
            </a:custGeom>
            <a:solidFill>
              <a:srgbClr val="AF9683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</p:grpSp>
      <p:sp>
        <p:nvSpPr>
          <p:cNvPr id="59" name="CuadroTexto 58">
            <a:extLst>
              <a:ext uri="{FF2B5EF4-FFF2-40B4-BE49-F238E27FC236}">
                <a16:creationId xmlns:a16="http://schemas.microsoft.com/office/drawing/2014/main" id="{E70E20F7-9517-8B2C-B07A-049ED47A6C1B}"/>
              </a:ext>
            </a:extLst>
          </p:cNvPr>
          <p:cNvSpPr txBox="1"/>
          <p:nvPr/>
        </p:nvSpPr>
        <p:spPr>
          <a:xfrm>
            <a:off x="2049625" y="1943539"/>
            <a:ext cx="11838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>
                <a:ea typeface="Calibri"/>
                <a:cs typeface="Calibri"/>
              </a:rPr>
              <a:t>Main</a:t>
            </a:r>
            <a:endParaRPr lang="es-ES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B519476C-ECFA-11EC-B38B-DDDB6C7E9417}"/>
              </a:ext>
            </a:extLst>
          </p:cNvPr>
          <p:cNvSpPr txBox="1"/>
          <p:nvPr/>
        </p:nvSpPr>
        <p:spPr>
          <a:xfrm>
            <a:off x="3237843" y="2397015"/>
            <a:ext cx="72771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>
                <a:ea typeface="Calibri"/>
                <a:cs typeface="Calibri"/>
              </a:rPr>
              <a:t>Recolección de </a:t>
            </a:r>
            <a:r>
              <a:rPr lang="es-ES" err="1">
                <a:ea typeface="Calibri"/>
                <a:cs typeface="Calibri"/>
              </a:rPr>
              <a:t>Imagenes</a:t>
            </a:r>
            <a:endParaRPr lang="es-ES" err="1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D352B9E3-717D-6FE6-9F95-8CA95541B4D2}"/>
              </a:ext>
            </a:extLst>
          </p:cNvPr>
          <p:cNvSpPr txBox="1"/>
          <p:nvPr/>
        </p:nvSpPr>
        <p:spPr>
          <a:xfrm>
            <a:off x="3235324" y="3175437"/>
            <a:ext cx="40481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>
                <a:ea typeface="Calibri"/>
                <a:cs typeface="Calibri"/>
              </a:rPr>
              <a:t>Añade a la cola de espera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E95B34B8-4B24-BCDF-270A-F17D52DE587D}"/>
              </a:ext>
            </a:extLst>
          </p:cNvPr>
          <p:cNvSpPr txBox="1"/>
          <p:nvPr/>
        </p:nvSpPr>
        <p:spPr>
          <a:xfrm>
            <a:off x="3230397" y="3912694"/>
            <a:ext cx="52484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>
                <a:ea typeface="Calibri"/>
                <a:cs typeface="Calibri"/>
              </a:rPr>
              <a:t>Comprueba si número de </a:t>
            </a:r>
            <a:r>
              <a:rPr lang="es-ES" err="1">
                <a:ea typeface="Calibri"/>
                <a:cs typeface="Calibri"/>
              </a:rPr>
              <a:t>ProcessingAgent</a:t>
            </a:r>
            <a:r>
              <a:rPr lang="es-ES">
                <a:ea typeface="Calibri"/>
                <a:cs typeface="Calibri"/>
              </a:rPr>
              <a:t> &lt; 10</a:t>
            </a:r>
            <a:endParaRPr lang="es-ES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ABF321D3-28D4-61F0-394D-1767136ED3A8}"/>
              </a:ext>
            </a:extLst>
          </p:cNvPr>
          <p:cNvSpPr txBox="1"/>
          <p:nvPr/>
        </p:nvSpPr>
        <p:spPr>
          <a:xfrm>
            <a:off x="3233464" y="4766330"/>
            <a:ext cx="41719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>
                <a:ea typeface="Calibri"/>
                <a:cs typeface="Calibri"/>
              </a:rPr>
              <a:t>Crea </a:t>
            </a:r>
            <a:r>
              <a:rPr lang="es-ES" err="1">
                <a:ea typeface="Calibri"/>
                <a:cs typeface="Calibri"/>
              </a:rPr>
              <a:t>ProcessingAgent</a:t>
            </a:r>
            <a:r>
              <a:rPr lang="es-ES">
                <a:ea typeface="Calibri"/>
                <a:cs typeface="Calibri"/>
              </a:rPr>
              <a:t> </a:t>
            </a:r>
            <a:endParaRPr lang="es-ES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2B3380C4-D6C8-3C7E-1125-DAE57173895F}"/>
              </a:ext>
            </a:extLst>
          </p:cNvPr>
          <p:cNvSpPr txBox="1"/>
          <p:nvPr/>
        </p:nvSpPr>
        <p:spPr>
          <a:xfrm>
            <a:off x="3235325" y="5513879"/>
            <a:ext cx="39243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>
                <a:ea typeface="Calibri"/>
                <a:cs typeface="Calibri"/>
              </a:rPr>
              <a:t>Recibe la señal </a:t>
            </a:r>
            <a:r>
              <a:rPr lang="es-ES" err="1">
                <a:ea typeface="Calibri"/>
                <a:cs typeface="Calibri"/>
              </a:rPr>
              <a:t>processor-finished</a:t>
            </a:r>
          </a:p>
        </p:txBody>
      </p:sp>
      <p:grpSp>
        <p:nvGrpSpPr>
          <p:cNvPr id="67" name="Group 31">
            <a:extLst>
              <a:ext uri="{FF2B5EF4-FFF2-40B4-BE49-F238E27FC236}">
                <a16:creationId xmlns:a16="http://schemas.microsoft.com/office/drawing/2014/main" id="{FF7C5F1E-E655-354E-7DC9-100A56329F55}"/>
              </a:ext>
            </a:extLst>
          </p:cNvPr>
          <p:cNvGrpSpPr/>
          <p:nvPr/>
        </p:nvGrpSpPr>
        <p:grpSpPr>
          <a:xfrm>
            <a:off x="2269194" y="5697190"/>
            <a:ext cx="848214" cy="35021"/>
            <a:chOff x="9571139" y="8359826"/>
            <a:chExt cx="604266" cy="38100"/>
          </a:xfrm>
        </p:grpSpPr>
        <p:sp>
          <p:nvSpPr>
            <p:cNvPr id="68" name="Freeform 32">
              <a:extLst>
                <a:ext uri="{FF2B5EF4-FFF2-40B4-BE49-F238E27FC236}">
                  <a16:creationId xmlns:a16="http://schemas.microsoft.com/office/drawing/2014/main" id="{D7BDE671-9892-7C9D-E4D3-2B749EC9685A}"/>
                </a:ext>
              </a:extLst>
            </p:cNvPr>
            <p:cNvSpPr/>
            <p:nvPr/>
          </p:nvSpPr>
          <p:spPr>
            <a:xfrm>
              <a:off x="9571139" y="8359826"/>
              <a:ext cx="604266" cy="38100"/>
            </a:xfrm>
            <a:custGeom>
              <a:avLst/>
              <a:gdLst/>
              <a:ahLst/>
              <a:cxnLst/>
              <a:rect l="l" t="t" r="r" b="b"/>
              <a:pathLst>
                <a:path w="604266" h="38100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589026" y="0"/>
                  </a:lnTo>
                  <a:cubicBezTo>
                    <a:pt x="597408" y="0"/>
                    <a:pt x="604266" y="6858"/>
                    <a:pt x="604266" y="15240"/>
                  </a:cubicBezTo>
                  <a:lnTo>
                    <a:pt x="604266" y="22860"/>
                  </a:lnTo>
                  <a:cubicBezTo>
                    <a:pt x="604266" y="31242"/>
                    <a:pt x="597408" y="38100"/>
                    <a:pt x="589026" y="38100"/>
                  </a:cubicBezTo>
                  <a:lnTo>
                    <a:pt x="15240" y="38100"/>
                  </a:lnTo>
                  <a:cubicBezTo>
                    <a:pt x="6858" y="38100"/>
                    <a:pt x="0" y="31242"/>
                    <a:pt x="0" y="22860"/>
                  </a:cubicBezTo>
                  <a:close/>
                </a:path>
              </a:pathLst>
            </a:custGeom>
            <a:solidFill>
              <a:srgbClr val="957C69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</p:grpSp>
      <p:grpSp>
        <p:nvGrpSpPr>
          <p:cNvPr id="69" name="Group 33">
            <a:extLst>
              <a:ext uri="{FF2B5EF4-FFF2-40B4-BE49-F238E27FC236}">
                <a16:creationId xmlns:a16="http://schemas.microsoft.com/office/drawing/2014/main" id="{D9F29EB1-1E25-87ED-C2BD-1FEB7DBB722C}"/>
              </a:ext>
            </a:extLst>
          </p:cNvPr>
          <p:cNvGrpSpPr/>
          <p:nvPr/>
        </p:nvGrpSpPr>
        <p:grpSpPr>
          <a:xfrm>
            <a:off x="2163797" y="5637753"/>
            <a:ext cx="317680" cy="137412"/>
            <a:chOff x="9514808" y="8289207"/>
            <a:chExt cx="226314" cy="226314"/>
          </a:xfrm>
        </p:grpSpPr>
        <p:sp>
          <p:nvSpPr>
            <p:cNvPr id="70" name="Freeform 34">
              <a:extLst>
                <a:ext uri="{FF2B5EF4-FFF2-40B4-BE49-F238E27FC236}">
                  <a16:creationId xmlns:a16="http://schemas.microsoft.com/office/drawing/2014/main" id="{70AA28FA-C059-718A-F362-619D3B21CEA2}"/>
                </a:ext>
              </a:extLst>
            </p:cNvPr>
            <p:cNvSpPr/>
            <p:nvPr/>
          </p:nvSpPr>
          <p:spPr>
            <a:xfrm>
              <a:off x="9514808" y="8289207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768"/>
                    <a:pt x="0" y="113157"/>
                  </a:cubicBezTo>
                  <a:close/>
                </a:path>
              </a:pathLst>
            </a:custGeom>
            <a:solidFill>
              <a:srgbClr val="AF9683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384359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72184-7CC4-F208-75B8-DEF701470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+mj-lt"/>
                <a:cs typeface="+mj-lt"/>
              </a:rPr>
              <a:t>Agente de Procesamiento</a:t>
            </a:r>
            <a:endParaRPr lang="es-E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0FF68FC-634B-B039-281E-E23C3548F24F}"/>
              </a:ext>
            </a:extLst>
          </p:cNvPr>
          <p:cNvSpPr txBox="1"/>
          <p:nvPr/>
        </p:nvSpPr>
        <p:spPr>
          <a:xfrm>
            <a:off x="4620300" y="1946049"/>
            <a:ext cx="2420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Inicialización del agente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793D572-2CF4-FE35-AAF7-C82EA815C46E}"/>
              </a:ext>
            </a:extLst>
          </p:cNvPr>
          <p:cNvSpPr txBox="1"/>
          <p:nvPr/>
        </p:nvSpPr>
        <p:spPr>
          <a:xfrm>
            <a:off x="4414928" y="3215116"/>
            <a:ext cx="283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Carga de librerías y modelos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4F86BC6-444F-A825-CC27-8D307E82B942}"/>
              </a:ext>
            </a:extLst>
          </p:cNvPr>
          <p:cNvSpPr txBox="1"/>
          <p:nvPr/>
        </p:nvSpPr>
        <p:spPr>
          <a:xfrm>
            <a:off x="3128132" y="4484183"/>
            <a:ext cx="5758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Ejecución del comportamiento principal: </a:t>
            </a:r>
            <a:r>
              <a:rPr lang="es-ES" dirty="0" err="1"/>
              <a:t>OneShotBehaviour</a:t>
            </a:r>
            <a:endParaRPr lang="es-ES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F54EC76-690B-83A4-AF24-13E0B805C832}"/>
              </a:ext>
            </a:extLst>
          </p:cNvPr>
          <p:cNvSpPr txBox="1"/>
          <p:nvPr/>
        </p:nvSpPr>
        <p:spPr>
          <a:xfrm>
            <a:off x="4225905" y="5782468"/>
            <a:ext cx="320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Comunicación con otros agentes</a:t>
            </a:r>
          </a:p>
        </p:txBody>
      </p:sp>
      <p:sp>
        <p:nvSpPr>
          <p:cNvPr id="36" name="Flecha: hacia abajo 35">
            <a:extLst>
              <a:ext uri="{FF2B5EF4-FFF2-40B4-BE49-F238E27FC236}">
                <a16:creationId xmlns:a16="http://schemas.microsoft.com/office/drawing/2014/main" id="{F8B8355C-6B0E-B1E5-11BE-FB1A79175C5A}"/>
              </a:ext>
            </a:extLst>
          </p:cNvPr>
          <p:cNvSpPr/>
          <p:nvPr/>
        </p:nvSpPr>
        <p:spPr>
          <a:xfrm>
            <a:off x="5501149" y="2407984"/>
            <a:ext cx="658762" cy="78877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Flecha: hacia abajo 36">
            <a:extLst>
              <a:ext uri="{FF2B5EF4-FFF2-40B4-BE49-F238E27FC236}">
                <a16:creationId xmlns:a16="http://schemas.microsoft.com/office/drawing/2014/main" id="{F72FA4D8-DBDE-17F7-5A25-7FE9988801F8}"/>
              </a:ext>
            </a:extLst>
          </p:cNvPr>
          <p:cNvSpPr/>
          <p:nvPr/>
        </p:nvSpPr>
        <p:spPr>
          <a:xfrm>
            <a:off x="5501149" y="3661238"/>
            <a:ext cx="658762" cy="78877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Flecha: hacia abajo 37">
            <a:extLst>
              <a:ext uri="{FF2B5EF4-FFF2-40B4-BE49-F238E27FC236}">
                <a16:creationId xmlns:a16="http://schemas.microsoft.com/office/drawing/2014/main" id="{B1EB6A8D-966E-3357-E326-414C4BAC0BA8}"/>
              </a:ext>
            </a:extLst>
          </p:cNvPr>
          <p:cNvSpPr/>
          <p:nvPr/>
        </p:nvSpPr>
        <p:spPr>
          <a:xfrm>
            <a:off x="5501149" y="4984580"/>
            <a:ext cx="658762" cy="78877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9245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92714-7811-6883-6CD9-161310B12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+mj-lt"/>
                <a:cs typeface="+mj-lt"/>
              </a:rPr>
              <a:t>Agente de Interfaz Gráfica</a:t>
            </a:r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F9C3409-D2B6-BD03-F6E7-3FDA928E5147}"/>
              </a:ext>
            </a:extLst>
          </p:cNvPr>
          <p:cNvSpPr txBox="1"/>
          <p:nvPr/>
        </p:nvSpPr>
        <p:spPr>
          <a:xfrm>
            <a:off x="4620300" y="1946049"/>
            <a:ext cx="2420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Inicialización del agente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C7FB87C-D1A0-EA5E-1FDD-15E6DC75699C}"/>
              </a:ext>
            </a:extLst>
          </p:cNvPr>
          <p:cNvSpPr txBox="1"/>
          <p:nvPr/>
        </p:nvSpPr>
        <p:spPr>
          <a:xfrm>
            <a:off x="4351018" y="3244334"/>
            <a:ext cx="295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Creación de la interfaz gráfica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1CC69CB-54BF-CADC-ED25-317A1CD0FE9B}"/>
              </a:ext>
            </a:extLst>
          </p:cNvPr>
          <p:cNvSpPr txBox="1"/>
          <p:nvPr/>
        </p:nvSpPr>
        <p:spPr>
          <a:xfrm>
            <a:off x="3800902" y="4513796"/>
            <a:ext cx="4059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Recepción de resultados: </a:t>
            </a:r>
            <a:r>
              <a:rPr lang="es-ES" dirty="0" err="1"/>
              <a:t>CyclicBehaviour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29AF071-C087-3F73-1BFF-E84F6DBC2417}"/>
              </a:ext>
            </a:extLst>
          </p:cNvPr>
          <p:cNvSpPr txBox="1"/>
          <p:nvPr/>
        </p:nvSpPr>
        <p:spPr>
          <a:xfrm>
            <a:off x="4487440" y="5817639"/>
            <a:ext cx="2686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Actualización de la interfaz</a:t>
            </a:r>
          </a:p>
        </p:txBody>
      </p:sp>
      <p:sp>
        <p:nvSpPr>
          <p:cNvPr id="8" name="Flecha: hacia abajo 7">
            <a:extLst>
              <a:ext uri="{FF2B5EF4-FFF2-40B4-BE49-F238E27FC236}">
                <a16:creationId xmlns:a16="http://schemas.microsoft.com/office/drawing/2014/main" id="{26D2C544-F684-E39B-8016-9FB8540D2DA3}"/>
              </a:ext>
            </a:extLst>
          </p:cNvPr>
          <p:cNvSpPr/>
          <p:nvPr/>
        </p:nvSpPr>
        <p:spPr>
          <a:xfrm>
            <a:off x="5501149" y="2407984"/>
            <a:ext cx="658762" cy="78877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C636AAF9-8AAC-CB5C-7F79-B12D35ADE7E8}"/>
              </a:ext>
            </a:extLst>
          </p:cNvPr>
          <p:cNvSpPr/>
          <p:nvPr/>
        </p:nvSpPr>
        <p:spPr>
          <a:xfrm>
            <a:off x="5501149" y="3661238"/>
            <a:ext cx="658762" cy="78877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Flecha: hacia abajo 9">
            <a:extLst>
              <a:ext uri="{FF2B5EF4-FFF2-40B4-BE49-F238E27FC236}">
                <a16:creationId xmlns:a16="http://schemas.microsoft.com/office/drawing/2014/main" id="{43947577-C8AC-4D24-C579-352287633ED2}"/>
              </a:ext>
            </a:extLst>
          </p:cNvPr>
          <p:cNvSpPr/>
          <p:nvPr/>
        </p:nvSpPr>
        <p:spPr>
          <a:xfrm>
            <a:off x="5501149" y="4984580"/>
            <a:ext cx="658762" cy="78877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2947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52EB1-F2EE-4552-2410-6E61BBBFD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+mj-lt"/>
                <a:cs typeface="+mj-lt"/>
              </a:rPr>
              <a:t>Flujo de Comunicación ACL</a:t>
            </a:r>
            <a:endParaRPr lang="es-ES"/>
          </a:p>
        </p:txBody>
      </p:sp>
      <p:sp>
        <p:nvSpPr>
          <p:cNvPr id="7" name="TextBox 17">
            <a:extLst>
              <a:ext uri="{FF2B5EF4-FFF2-40B4-BE49-F238E27FC236}">
                <a16:creationId xmlns:a16="http://schemas.microsoft.com/office/drawing/2014/main" id="{343F6984-992D-4A19-483D-5018689EAE96}"/>
              </a:ext>
            </a:extLst>
          </p:cNvPr>
          <p:cNvSpPr txBox="1"/>
          <p:nvPr/>
        </p:nvSpPr>
        <p:spPr>
          <a:xfrm>
            <a:off x="600228" y="2354495"/>
            <a:ext cx="3981775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2788"/>
              </a:lnSpc>
            </a:pPr>
            <a:r>
              <a:rPr lang="en-US" sz="2400" err="1">
                <a:solidFill>
                  <a:srgbClr val="E2E1DD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Detección</a:t>
            </a:r>
            <a:r>
              <a:rPr lang="en-US" sz="2400">
                <a:solidFill>
                  <a:srgbClr val="E2E1DD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de imagen </a:t>
            </a:r>
            <a:r>
              <a:rPr lang="en-US" sz="2400" err="1">
                <a:solidFill>
                  <a:srgbClr val="E2E1DD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nueva</a:t>
            </a:r>
            <a:endParaRPr lang="en-US" sz="2400" err="1">
              <a:solidFill>
                <a:srgbClr val="E2E1DD"/>
              </a:solidFill>
              <a:latin typeface="Instrument Serif"/>
              <a:ea typeface="Instrument Serif"/>
              <a:cs typeface="Instrument Serif"/>
            </a:endParaRPr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8F8D73D8-4C99-7548-2118-545C54356D40}"/>
              </a:ext>
            </a:extLst>
          </p:cNvPr>
          <p:cNvSpPr txBox="1"/>
          <p:nvPr/>
        </p:nvSpPr>
        <p:spPr>
          <a:xfrm>
            <a:off x="7067459" y="3393046"/>
            <a:ext cx="3577981" cy="3640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788"/>
              </a:lnSpc>
            </a:pPr>
            <a:r>
              <a:rPr lang="en-US" sz="2400" err="1">
                <a:solidFill>
                  <a:srgbClr val="E2E1DD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Creación</a:t>
            </a:r>
            <a:r>
              <a:rPr lang="en-US" sz="2400">
                <a:solidFill>
                  <a:srgbClr val="E2E1DD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del </a:t>
            </a:r>
            <a:r>
              <a:rPr lang="en-US" sz="2400" err="1">
                <a:solidFill>
                  <a:srgbClr val="E2E1DD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procesador</a:t>
            </a:r>
            <a:endParaRPr lang="en-US" sz="2400">
              <a:solidFill>
                <a:srgbClr val="E2E1DD"/>
              </a:solidFill>
              <a:latin typeface="Instrument Serif"/>
              <a:ea typeface="Instrument Serif"/>
              <a:cs typeface="Instrument Serif"/>
            </a:endParaRPr>
          </a:p>
        </p:txBody>
      </p:sp>
      <p:sp>
        <p:nvSpPr>
          <p:cNvPr id="15" name="TextBox 29">
            <a:extLst>
              <a:ext uri="{FF2B5EF4-FFF2-40B4-BE49-F238E27FC236}">
                <a16:creationId xmlns:a16="http://schemas.microsoft.com/office/drawing/2014/main" id="{EDCF69CC-DC21-FDD5-27CE-EFEC3B39E88D}"/>
              </a:ext>
            </a:extLst>
          </p:cNvPr>
          <p:cNvSpPr txBox="1"/>
          <p:nvPr/>
        </p:nvSpPr>
        <p:spPr>
          <a:xfrm>
            <a:off x="1004023" y="4381326"/>
            <a:ext cx="3577981" cy="3640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2788"/>
              </a:lnSpc>
            </a:pPr>
            <a:r>
              <a:rPr lang="en-US" sz="2400" err="1">
                <a:solidFill>
                  <a:srgbClr val="E2E1DD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Inferencia</a:t>
            </a:r>
            <a:r>
              <a:rPr lang="en-US" sz="2400">
                <a:solidFill>
                  <a:srgbClr val="E2E1DD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YOLOv8</a:t>
            </a:r>
            <a:endParaRPr lang="es-ES"/>
          </a:p>
        </p:txBody>
      </p:sp>
      <p:sp>
        <p:nvSpPr>
          <p:cNvPr id="19" name="TextBox 35">
            <a:extLst>
              <a:ext uri="{FF2B5EF4-FFF2-40B4-BE49-F238E27FC236}">
                <a16:creationId xmlns:a16="http://schemas.microsoft.com/office/drawing/2014/main" id="{EC86F56E-3CA5-F362-81B4-9390D66BF908}"/>
              </a:ext>
            </a:extLst>
          </p:cNvPr>
          <p:cNvSpPr txBox="1"/>
          <p:nvPr/>
        </p:nvSpPr>
        <p:spPr>
          <a:xfrm>
            <a:off x="7067459" y="5389144"/>
            <a:ext cx="3577981" cy="3640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788"/>
              </a:lnSpc>
            </a:pPr>
            <a:r>
              <a:rPr lang="en-US" sz="2400" err="1">
                <a:solidFill>
                  <a:srgbClr val="E2E1DD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Resultado</a:t>
            </a:r>
            <a:r>
              <a:rPr lang="en-US" sz="2400">
                <a:solidFill>
                  <a:srgbClr val="E2E1DD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a </a:t>
            </a:r>
            <a:r>
              <a:rPr lang="en-US" sz="2400" err="1">
                <a:solidFill>
                  <a:srgbClr val="E2E1DD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UIAgent</a:t>
            </a:r>
            <a:endParaRPr lang="en-US" sz="2400">
              <a:solidFill>
                <a:srgbClr val="E2E1DD"/>
              </a:solidFill>
              <a:latin typeface="Instrument Serif"/>
              <a:ea typeface="Instrument Serif"/>
              <a:cs typeface="Instrument Serif"/>
            </a:endParaRPr>
          </a:p>
        </p:txBody>
      </p:sp>
      <p:grpSp>
        <p:nvGrpSpPr>
          <p:cNvPr id="56" name="Group 9">
            <a:extLst>
              <a:ext uri="{FF2B5EF4-FFF2-40B4-BE49-F238E27FC236}">
                <a16:creationId xmlns:a16="http://schemas.microsoft.com/office/drawing/2014/main" id="{7F6CAA83-2B2E-7BAF-38AD-8051A3E0E9DC}"/>
              </a:ext>
            </a:extLst>
          </p:cNvPr>
          <p:cNvGrpSpPr/>
          <p:nvPr/>
        </p:nvGrpSpPr>
        <p:grpSpPr>
          <a:xfrm>
            <a:off x="5744796" y="2262187"/>
            <a:ext cx="51126" cy="3942853"/>
            <a:chOff x="9124950" y="4085777"/>
            <a:chExt cx="50800" cy="7063359"/>
          </a:xfrm>
        </p:grpSpPr>
        <p:sp>
          <p:nvSpPr>
            <p:cNvPr id="81" name="Freeform 10">
              <a:extLst>
                <a:ext uri="{FF2B5EF4-FFF2-40B4-BE49-F238E27FC236}">
                  <a16:creationId xmlns:a16="http://schemas.microsoft.com/office/drawing/2014/main" id="{C7D45079-4976-6A1C-01FA-75BEA2BBD94A}"/>
                </a:ext>
              </a:extLst>
            </p:cNvPr>
            <p:cNvSpPr/>
            <p:nvPr/>
          </p:nvSpPr>
          <p:spPr>
            <a:xfrm>
              <a:off x="9124950" y="4085777"/>
              <a:ext cx="50800" cy="7063359"/>
            </a:xfrm>
            <a:custGeom>
              <a:avLst/>
              <a:gdLst/>
              <a:ahLst/>
              <a:cxnLst/>
              <a:rect l="l" t="t" r="r" b="b"/>
              <a:pathLst>
                <a:path w="50800" h="7063359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35560" y="0"/>
                  </a:lnTo>
                  <a:cubicBezTo>
                    <a:pt x="43942" y="0"/>
                    <a:pt x="50800" y="6858"/>
                    <a:pt x="50800" y="15240"/>
                  </a:cubicBezTo>
                  <a:lnTo>
                    <a:pt x="50800" y="7048119"/>
                  </a:lnTo>
                  <a:cubicBezTo>
                    <a:pt x="50800" y="7056500"/>
                    <a:pt x="43942" y="7063359"/>
                    <a:pt x="35560" y="7063359"/>
                  </a:cubicBezTo>
                  <a:lnTo>
                    <a:pt x="15240" y="7063359"/>
                  </a:lnTo>
                  <a:cubicBezTo>
                    <a:pt x="6858" y="7063359"/>
                    <a:pt x="0" y="7056500"/>
                    <a:pt x="0" y="7048119"/>
                  </a:cubicBezTo>
                  <a:close/>
                </a:path>
              </a:pathLst>
            </a:custGeom>
            <a:solidFill>
              <a:srgbClr val="655F5F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</p:grpSp>
      <p:grpSp>
        <p:nvGrpSpPr>
          <p:cNvPr id="57" name="Group 11">
            <a:extLst>
              <a:ext uri="{FF2B5EF4-FFF2-40B4-BE49-F238E27FC236}">
                <a16:creationId xmlns:a16="http://schemas.microsoft.com/office/drawing/2014/main" id="{D9ECBCBE-43EB-909F-15F4-C1F0E49AEF50}"/>
              </a:ext>
            </a:extLst>
          </p:cNvPr>
          <p:cNvGrpSpPr/>
          <p:nvPr/>
        </p:nvGrpSpPr>
        <p:grpSpPr>
          <a:xfrm>
            <a:off x="4678336" y="2547794"/>
            <a:ext cx="812483" cy="38100"/>
            <a:chOff x="8064998" y="4371384"/>
            <a:chExt cx="1083310" cy="50800"/>
          </a:xfrm>
        </p:grpSpPr>
        <p:sp>
          <p:nvSpPr>
            <p:cNvPr id="80" name="Freeform 12">
              <a:extLst>
                <a:ext uri="{FF2B5EF4-FFF2-40B4-BE49-F238E27FC236}">
                  <a16:creationId xmlns:a16="http://schemas.microsoft.com/office/drawing/2014/main" id="{86F63382-680B-5DA3-E4E3-F62A4E716D7F}"/>
                </a:ext>
              </a:extLst>
            </p:cNvPr>
            <p:cNvSpPr/>
            <p:nvPr/>
          </p:nvSpPr>
          <p:spPr>
            <a:xfrm>
              <a:off x="8064998" y="4371384"/>
              <a:ext cx="1083310" cy="50800"/>
            </a:xfrm>
            <a:custGeom>
              <a:avLst/>
              <a:gdLst/>
              <a:ahLst/>
              <a:cxnLst/>
              <a:rect l="l" t="t" r="r" b="b"/>
              <a:pathLst>
                <a:path w="1083310" h="50800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1068070" y="0"/>
                  </a:lnTo>
                  <a:cubicBezTo>
                    <a:pt x="1076452" y="0"/>
                    <a:pt x="1083310" y="6858"/>
                    <a:pt x="1083310" y="15240"/>
                  </a:cubicBezTo>
                  <a:lnTo>
                    <a:pt x="1083310" y="35560"/>
                  </a:lnTo>
                  <a:cubicBezTo>
                    <a:pt x="1083310" y="43942"/>
                    <a:pt x="1076452" y="50800"/>
                    <a:pt x="1068070" y="50800"/>
                  </a:cubicBezTo>
                  <a:lnTo>
                    <a:pt x="15240" y="50800"/>
                  </a:lnTo>
                  <a:cubicBezTo>
                    <a:pt x="6858" y="50800"/>
                    <a:pt x="0" y="43942"/>
                    <a:pt x="0" y="35560"/>
                  </a:cubicBezTo>
                  <a:close/>
                </a:path>
              </a:pathLst>
            </a:custGeom>
            <a:solidFill>
              <a:srgbClr val="655F5F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</p:grpSp>
      <p:grpSp>
        <p:nvGrpSpPr>
          <p:cNvPr id="58" name="Group 13">
            <a:extLst>
              <a:ext uri="{FF2B5EF4-FFF2-40B4-BE49-F238E27FC236}">
                <a16:creationId xmlns:a16="http://schemas.microsoft.com/office/drawing/2014/main" id="{3452C04F-0B9E-ED3A-79D4-74B4FDEDB058}"/>
              </a:ext>
            </a:extLst>
          </p:cNvPr>
          <p:cNvGrpSpPr/>
          <p:nvPr/>
        </p:nvGrpSpPr>
        <p:grpSpPr>
          <a:xfrm>
            <a:off x="5447916" y="2257426"/>
            <a:ext cx="618840" cy="618840"/>
            <a:chOff x="8834580" y="4081015"/>
            <a:chExt cx="825119" cy="825119"/>
          </a:xfrm>
        </p:grpSpPr>
        <p:sp>
          <p:nvSpPr>
            <p:cNvPr id="78" name="Freeform 14">
              <a:extLst>
                <a:ext uri="{FF2B5EF4-FFF2-40B4-BE49-F238E27FC236}">
                  <a16:creationId xmlns:a16="http://schemas.microsoft.com/office/drawing/2014/main" id="{C3C4376E-C700-3C8A-6EA5-0A81BECFEAA1}"/>
                </a:ext>
              </a:extLst>
            </p:cNvPr>
            <p:cNvSpPr/>
            <p:nvPr/>
          </p:nvSpPr>
          <p:spPr>
            <a:xfrm>
              <a:off x="8840930" y="4087365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797179" y="0"/>
                  </a:lnTo>
                  <a:cubicBezTo>
                    <a:pt x="805561" y="0"/>
                    <a:pt x="812419" y="6858"/>
                    <a:pt x="812419" y="15240"/>
                  </a:cubicBezTo>
                  <a:lnTo>
                    <a:pt x="812419" y="797179"/>
                  </a:lnTo>
                  <a:cubicBezTo>
                    <a:pt x="812419" y="805561"/>
                    <a:pt x="805561" y="812419"/>
                    <a:pt x="797179" y="812419"/>
                  </a:cubicBezTo>
                  <a:lnTo>
                    <a:pt x="15240" y="812419"/>
                  </a:lnTo>
                  <a:cubicBezTo>
                    <a:pt x="6858" y="812419"/>
                    <a:pt x="0" y="805561"/>
                    <a:pt x="0" y="797179"/>
                  </a:cubicBezTo>
                  <a:close/>
                </a:path>
              </a:pathLst>
            </a:custGeom>
            <a:solidFill>
              <a:srgbClr val="3D3737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  <p:sp>
          <p:nvSpPr>
            <p:cNvPr id="79" name="Freeform 15">
              <a:extLst>
                <a:ext uri="{FF2B5EF4-FFF2-40B4-BE49-F238E27FC236}">
                  <a16:creationId xmlns:a16="http://schemas.microsoft.com/office/drawing/2014/main" id="{37AE1FF2-4B7A-821B-8C73-5CE082A6610F}"/>
                </a:ext>
              </a:extLst>
            </p:cNvPr>
            <p:cNvSpPr/>
            <p:nvPr/>
          </p:nvSpPr>
          <p:spPr>
            <a:xfrm>
              <a:off x="8834580" y="4081015"/>
              <a:ext cx="825119" cy="825119"/>
            </a:xfrm>
            <a:custGeom>
              <a:avLst/>
              <a:gdLst/>
              <a:ahLst/>
              <a:cxnLst/>
              <a:rect l="l" t="t" r="r" b="b"/>
              <a:pathLst>
                <a:path w="825119" h="825119">
                  <a:moveTo>
                    <a:pt x="0" y="21590"/>
                  </a:moveTo>
                  <a:cubicBezTo>
                    <a:pt x="0" y="9652"/>
                    <a:pt x="9652" y="0"/>
                    <a:pt x="21590" y="0"/>
                  </a:cubicBezTo>
                  <a:lnTo>
                    <a:pt x="803529" y="0"/>
                  </a:lnTo>
                  <a:lnTo>
                    <a:pt x="803529" y="6350"/>
                  </a:lnTo>
                  <a:lnTo>
                    <a:pt x="803529" y="0"/>
                  </a:lnTo>
                  <a:cubicBezTo>
                    <a:pt x="815467" y="0"/>
                    <a:pt x="825119" y="9652"/>
                    <a:pt x="825119" y="21590"/>
                  </a:cubicBezTo>
                  <a:lnTo>
                    <a:pt x="818769" y="21590"/>
                  </a:lnTo>
                  <a:lnTo>
                    <a:pt x="825119" y="21590"/>
                  </a:lnTo>
                  <a:lnTo>
                    <a:pt x="825119" y="803529"/>
                  </a:lnTo>
                  <a:lnTo>
                    <a:pt x="818769" y="803529"/>
                  </a:lnTo>
                  <a:lnTo>
                    <a:pt x="825119" y="803529"/>
                  </a:lnTo>
                  <a:cubicBezTo>
                    <a:pt x="825119" y="815467"/>
                    <a:pt x="815467" y="825119"/>
                    <a:pt x="803529" y="825119"/>
                  </a:cubicBezTo>
                  <a:lnTo>
                    <a:pt x="803529" y="818769"/>
                  </a:lnTo>
                  <a:lnTo>
                    <a:pt x="803529" y="825119"/>
                  </a:lnTo>
                  <a:lnTo>
                    <a:pt x="21590" y="825119"/>
                  </a:lnTo>
                  <a:lnTo>
                    <a:pt x="21590" y="818769"/>
                  </a:lnTo>
                  <a:lnTo>
                    <a:pt x="21590" y="825119"/>
                  </a:lnTo>
                  <a:cubicBezTo>
                    <a:pt x="9652" y="825119"/>
                    <a:pt x="0" y="815467"/>
                    <a:pt x="0" y="803529"/>
                  </a:cubicBezTo>
                  <a:lnTo>
                    <a:pt x="0" y="21590"/>
                  </a:lnTo>
                  <a:lnTo>
                    <a:pt x="6350" y="21590"/>
                  </a:lnTo>
                  <a:lnTo>
                    <a:pt x="0" y="21590"/>
                  </a:lnTo>
                  <a:moveTo>
                    <a:pt x="12700" y="21590"/>
                  </a:moveTo>
                  <a:lnTo>
                    <a:pt x="12700" y="803529"/>
                  </a:lnTo>
                  <a:lnTo>
                    <a:pt x="6350" y="803529"/>
                  </a:lnTo>
                  <a:lnTo>
                    <a:pt x="12700" y="803529"/>
                  </a:lnTo>
                  <a:cubicBezTo>
                    <a:pt x="12700" y="808482"/>
                    <a:pt x="16637" y="812419"/>
                    <a:pt x="21590" y="812419"/>
                  </a:cubicBezTo>
                  <a:lnTo>
                    <a:pt x="803529" y="812419"/>
                  </a:lnTo>
                  <a:cubicBezTo>
                    <a:pt x="808482" y="812419"/>
                    <a:pt x="812419" y="808482"/>
                    <a:pt x="812419" y="803529"/>
                  </a:cubicBezTo>
                  <a:lnTo>
                    <a:pt x="812419" y="21590"/>
                  </a:lnTo>
                  <a:cubicBezTo>
                    <a:pt x="812419" y="16637"/>
                    <a:pt x="808482" y="12700"/>
                    <a:pt x="803529" y="12700"/>
                  </a:cubicBezTo>
                  <a:lnTo>
                    <a:pt x="21590" y="12700"/>
                  </a:lnTo>
                  <a:lnTo>
                    <a:pt x="21590" y="6350"/>
                  </a:lnTo>
                  <a:lnTo>
                    <a:pt x="21590" y="12700"/>
                  </a:lnTo>
                  <a:cubicBezTo>
                    <a:pt x="16637" y="12700"/>
                    <a:pt x="12700" y="16637"/>
                    <a:pt x="12700" y="21590"/>
                  </a:cubicBezTo>
                  <a:close/>
                </a:path>
              </a:pathLst>
            </a:custGeom>
            <a:solidFill>
              <a:srgbClr val="655F5F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</p:grpSp>
      <p:grpSp>
        <p:nvGrpSpPr>
          <p:cNvPr id="59" name="Group 16">
            <a:extLst>
              <a:ext uri="{FF2B5EF4-FFF2-40B4-BE49-F238E27FC236}">
                <a16:creationId xmlns:a16="http://schemas.microsoft.com/office/drawing/2014/main" id="{0CC22889-9C4F-02F5-6154-A59FA92254FB}"/>
              </a:ext>
            </a:extLst>
          </p:cNvPr>
          <p:cNvGrpSpPr/>
          <p:nvPr/>
        </p:nvGrpSpPr>
        <p:grpSpPr>
          <a:xfrm>
            <a:off x="5543545" y="2353046"/>
            <a:ext cx="427587" cy="427587"/>
            <a:chOff x="8930211" y="4176636"/>
            <a:chExt cx="570116" cy="570116"/>
          </a:xfrm>
        </p:grpSpPr>
        <p:sp>
          <p:nvSpPr>
            <p:cNvPr id="76" name="Freeform 17">
              <a:extLst>
                <a:ext uri="{FF2B5EF4-FFF2-40B4-BE49-F238E27FC236}">
                  <a16:creationId xmlns:a16="http://schemas.microsoft.com/office/drawing/2014/main" id="{F4ECDB3A-D0BA-51A6-8ECA-8362239C1782}"/>
                </a:ext>
              </a:extLst>
            </p:cNvPr>
            <p:cNvSpPr/>
            <p:nvPr/>
          </p:nvSpPr>
          <p:spPr>
            <a:xfrm>
              <a:off x="8930211" y="4176636"/>
              <a:ext cx="570112" cy="570112"/>
            </a:xfrm>
            <a:custGeom>
              <a:avLst/>
              <a:gdLst/>
              <a:ahLst/>
              <a:cxnLst/>
              <a:rect l="l" t="t" r="r" b="b"/>
              <a:pathLst>
                <a:path w="570112" h="570112">
                  <a:moveTo>
                    <a:pt x="0" y="0"/>
                  </a:moveTo>
                  <a:lnTo>
                    <a:pt x="570112" y="0"/>
                  </a:lnTo>
                  <a:lnTo>
                    <a:pt x="570112" y="570112"/>
                  </a:lnTo>
                  <a:lnTo>
                    <a:pt x="0" y="570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r="-78304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  <p:sp>
          <p:nvSpPr>
            <p:cNvPr id="77" name="TextBox 18">
              <a:extLst>
                <a:ext uri="{FF2B5EF4-FFF2-40B4-BE49-F238E27FC236}">
                  <a16:creationId xmlns:a16="http://schemas.microsoft.com/office/drawing/2014/main" id="{CECEBC02-3061-D35D-77D2-7D62E6DE75BD}"/>
                </a:ext>
              </a:extLst>
            </p:cNvPr>
            <p:cNvSpPr txBox="1"/>
            <p:nvPr/>
          </p:nvSpPr>
          <p:spPr>
            <a:xfrm>
              <a:off x="8930211" y="4176636"/>
              <a:ext cx="570116" cy="57011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E2E1DD"/>
                  </a:solidFill>
                  <a:latin typeface="Instrument Serif"/>
                  <a:ea typeface="Instrument Serif"/>
                  <a:cs typeface="Instrument Serif"/>
                  <a:sym typeface="Instrument Serif"/>
                </a:rPr>
                <a:t>1</a:t>
              </a:r>
            </a:p>
          </p:txBody>
        </p:sp>
      </p:grpSp>
      <p:grpSp>
        <p:nvGrpSpPr>
          <p:cNvPr id="60" name="Group 21">
            <a:extLst>
              <a:ext uri="{FF2B5EF4-FFF2-40B4-BE49-F238E27FC236}">
                <a16:creationId xmlns:a16="http://schemas.microsoft.com/office/drawing/2014/main" id="{0702058A-A8BE-5F05-7ABF-79410C52C675}"/>
              </a:ext>
            </a:extLst>
          </p:cNvPr>
          <p:cNvGrpSpPr/>
          <p:nvPr/>
        </p:nvGrpSpPr>
        <p:grpSpPr>
          <a:xfrm>
            <a:off x="6017374" y="3560345"/>
            <a:ext cx="812483" cy="38100"/>
            <a:chOff x="9410548" y="5996140"/>
            <a:chExt cx="1083310" cy="50800"/>
          </a:xfrm>
        </p:grpSpPr>
        <p:sp>
          <p:nvSpPr>
            <p:cNvPr id="75" name="Freeform 22">
              <a:extLst>
                <a:ext uri="{FF2B5EF4-FFF2-40B4-BE49-F238E27FC236}">
                  <a16:creationId xmlns:a16="http://schemas.microsoft.com/office/drawing/2014/main" id="{9A2E8262-7F62-53D0-7351-281D39517FF4}"/>
                </a:ext>
              </a:extLst>
            </p:cNvPr>
            <p:cNvSpPr/>
            <p:nvPr/>
          </p:nvSpPr>
          <p:spPr>
            <a:xfrm>
              <a:off x="9410548" y="5996140"/>
              <a:ext cx="1083310" cy="50800"/>
            </a:xfrm>
            <a:custGeom>
              <a:avLst/>
              <a:gdLst/>
              <a:ahLst/>
              <a:cxnLst/>
              <a:rect l="l" t="t" r="r" b="b"/>
              <a:pathLst>
                <a:path w="1083310" h="50800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1068070" y="0"/>
                  </a:lnTo>
                  <a:cubicBezTo>
                    <a:pt x="1076452" y="0"/>
                    <a:pt x="1083310" y="6858"/>
                    <a:pt x="1083310" y="15240"/>
                  </a:cubicBezTo>
                  <a:lnTo>
                    <a:pt x="1083310" y="35560"/>
                  </a:lnTo>
                  <a:cubicBezTo>
                    <a:pt x="1083310" y="43942"/>
                    <a:pt x="1076452" y="50800"/>
                    <a:pt x="1068070" y="50800"/>
                  </a:cubicBezTo>
                  <a:lnTo>
                    <a:pt x="15240" y="50800"/>
                  </a:lnTo>
                  <a:cubicBezTo>
                    <a:pt x="6858" y="50800"/>
                    <a:pt x="0" y="43942"/>
                    <a:pt x="0" y="35560"/>
                  </a:cubicBezTo>
                  <a:close/>
                </a:path>
              </a:pathLst>
            </a:custGeom>
            <a:solidFill>
              <a:srgbClr val="655F5F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</p:grpSp>
      <p:grpSp>
        <p:nvGrpSpPr>
          <p:cNvPr id="61" name="Group 23">
            <a:extLst>
              <a:ext uri="{FF2B5EF4-FFF2-40B4-BE49-F238E27FC236}">
                <a16:creationId xmlns:a16="http://schemas.microsoft.com/office/drawing/2014/main" id="{9D15CF2D-2346-13A1-283A-4AC088C2CDFA}"/>
              </a:ext>
            </a:extLst>
          </p:cNvPr>
          <p:cNvGrpSpPr/>
          <p:nvPr/>
        </p:nvGrpSpPr>
        <p:grpSpPr>
          <a:xfrm>
            <a:off x="5441404" y="3269976"/>
            <a:ext cx="618840" cy="618840"/>
            <a:chOff x="8834580" y="5705770"/>
            <a:chExt cx="825119" cy="825119"/>
          </a:xfrm>
        </p:grpSpPr>
        <p:sp>
          <p:nvSpPr>
            <p:cNvPr id="73" name="Freeform 24">
              <a:extLst>
                <a:ext uri="{FF2B5EF4-FFF2-40B4-BE49-F238E27FC236}">
                  <a16:creationId xmlns:a16="http://schemas.microsoft.com/office/drawing/2014/main" id="{D2392BD7-C5B0-1E7E-FE6C-B2149EA89B07}"/>
                </a:ext>
              </a:extLst>
            </p:cNvPr>
            <p:cNvSpPr/>
            <p:nvPr/>
          </p:nvSpPr>
          <p:spPr>
            <a:xfrm>
              <a:off x="8840930" y="571212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797179" y="0"/>
                  </a:lnTo>
                  <a:cubicBezTo>
                    <a:pt x="805561" y="0"/>
                    <a:pt x="812419" y="6858"/>
                    <a:pt x="812419" y="15240"/>
                  </a:cubicBezTo>
                  <a:lnTo>
                    <a:pt x="812419" y="797179"/>
                  </a:lnTo>
                  <a:cubicBezTo>
                    <a:pt x="812419" y="805561"/>
                    <a:pt x="805561" y="812419"/>
                    <a:pt x="797179" y="812419"/>
                  </a:cubicBezTo>
                  <a:lnTo>
                    <a:pt x="15240" y="812419"/>
                  </a:lnTo>
                  <a:cubicBezTo>
                    <a:pt x="6858" y="812419"/>
                    <a:pt x="0" y="805561"/>
                    <a:pt x="0" y="797179"/>
                  </a:cubicBezTo>
                  <a:close/>
                </a:path>
              </a:pathLst>
            </a:custGeom>
            <a:solidFill>
              <a:srgbClr val="3D3737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  <p:sp>
          <p:nvSpPr>
            <p:cNvPr id="74" name="Freeform 25">
              <a:extLst>
                <a:ext uri="{FF2B5EF4-FFF2-40B4-BE49-F238E27FC236}">
                  <a16:creationId xmlns:a16="http://schemas.microsoft.com/office/drawing/2014/main" id="{03183A6A-1C15-5B2E-7BF7-6FD9DD2E05D3}"/>
                </a:ext>
              </a:extLst>
            </p:cNvPr>
            <p:cNvSpPr/>
            <p:nvPr/>
          </p:nvSpPr>
          <p:spPr>
            <a:xfrm>
              <a:off x="8834580" y="5705770"/>
              <a:ext cx="825119" cy="825119"/>
            </a:xfrm>
            <a:custGeom>
              <a:avLst/>
              <a:gdLst/>
              <a:ahLst/>
              <a:cxnLst/>
              <a:rect l="l" t="t" r="r" b="b"/>
              <a:pathLst>
                <a:path w="825119" h="825119">
                  <a:moveTo>
                    <a:pt x="0" y="21590"/>
                  </a:moveTo>
                  <a:cubicBezTo>
                    <a:pt x="0" y="9652"/>
                    <a:pt x="9652" y="0"/>
                    <a:pt x="21590" y="0"/>
                  </a:cubicBezTo>
                  <a:lnTo>
                    <a:pt x="803529" y="0"/>
                  </a:lnTo>
                  <a:lnTo>
                    <a:pt x="803529" y="6350"/>
                  </a:lnTo>
                  <a:lnTo>
                    <a:pt x="803529" y="0"/>
                  </a:lnTo>
                  <a:cubicBezTo>
                    <a:pt x="815467" y="0"/>
                    <a:pt x="825119" y="9652"/>
                    <a:pt x="825119" y="21590"/>
                  </a:cubicBezTo>
                  <a:lnTo>
                    <a:pt x="818769" y="21590"/>
                  </a:lnTo>
                  <a:lnTo>
                    <a:pt x="825119" y="21590"/>
                  </a:lnTo>
                  <a:lnTo>
                    <a:pt x="825119" y="803529"/>
                  </a:lnTo>
                  <a:lnTo>
                    <a:pt x="818769" y="803529"/>
                  </a:lnTo>
                  <a:lnTo>
                    <a:pt x="825119" y="803529"/>
                  </a:lnTo>
                  <a:cubicBezTo>
                    <a:pt x="825119" y="815467"/>
                    <a:pt x="815467" y="825119"/>
                    <a:pt x="803529" y="825119"/>
                  </a:cubicBezTo>
                  <a:lnTo>
                    <a:pt x="803529" y="818769"/>
                  </a:lnTo>
                  <a:lnTo>
                    <a:pt x="803529" y="825119"/>
                  </a:lnTo>
                  <a:lnTo>
                    <a:pt x="21590" y="825119"/>
                  </a:lnTo>
                  <a:lnTo>
                    <a:pt x="21590" y="818769"/>
                  </a:lnTo>
                  <a:lnTo>
                    <a:pt x="21590" y="825119"/>
                  </a:lnTo>
                  <a:cubicBezTo>
                    <a:pt x="9652" y="825119"/>
                    <a:pt x="0" y="815467"/>
                    <a:pt x="0" y="803529"/>
                  </a:cubicBezTo>
                  <a:lnTo>
                    <a:pt x="0" y="21590"/>
                  </a:lnTo>
                  <a:lnTo>
                    <a:pt x="6350" y="21590"/>
                  </a:lnTo>
                  <a:lnTo>
                    <a:pt x="0" y="21590"/>
                  </a:lnTo>
                  <a:moveTo>
                    <a:pt x="12700" y="21590"/>
                  </a:moveTo>
                  <a:lnTo>
                    <a:pt x="12700" y="803529"/>
                  </a:lnTo>
                  <a:lnTo>
                    <a:pt x="6350" y="803529"/>
                  </a:lnTo>
                  <a:lnTo>
                    <a:pt x="12700" y="803529"/>
                  </a:lnTo>
                  <a:cubicBezTo>
                    <a:pt x="12700" y="808482"/>
                    <a:pt x="16637" y="812419"/>
                    <a:pt x="21590" y="812419"/>
                  </a:cubicBezTo>
                  <a:lnTo>
                    <a:pt x="803529" y="812419"/>
                  </a:lnTo>
                  <a:cubicBezTo>
                    <a:pt x="808482" y="812419"/>
                    <a:pt x="812419" y="808482"/>
                    <a:pt x="812419" y="803529"/>
                  </a:cubicBezTo>
                  <a:lnTo>
                    <a:pt x="812419" y="21590"/>
                  </a:lnTo>
                  <a:cubicBezTo>
                    <a:pt x="812419" y="16637"/>
                    <a:pt x="808482" y="12700"/>
                    <a:pt x="803529" y="12700"/>
                  </a:cubicBezTo>
                  <a:lnTo>
                    <a:pt x="21590" y="12700"/>
                  </a:lnTo>
                  <a:lnTo>
                    <a:pt x="21590" y="6350"/>
                  </a:lnTo>
                  <a:lnTo>
                    <a:pt x="21590" y="12700"/>
                  </a:lnTo>
                  <a:cubicBezTo>
                    <a:pt x="16637" y="12700"/>
                    <a:pt x="12700" y="16637"/>
                    <a:pt x="12700" y="21590"/>
                  </a:cubicBezTo>
                  <a:close/>
                </a:path>
              </a:pathLst>
            </a:custGeom>
            <a:solidFill>
              <a:srgbClr val="655F5F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</p:grpSp>
      <p:grpSp>
        <p:nvGrpSpPr>
          <p:cNvPr id="62" name="Group 26">
            <a:extLst>
              <a:ext uri="{FF2B5EF4-FFF2-40B4-BE49-F238E27FC236}">
                <a16:creationId xmlns:a16="http://schemas.microsoft.com/office/drawing/2014/main" id="{3FDC8989-FC63-F971-3FE9-8B7A3350D90A}"/>
              </a:ext>
            </a:extLst>
          </p:cNvPr>
          <p:cNvGrpSpPr/>
          <p:nvPr/>
        </p:nvGrpSpPr>
        <p:grpSpPr>
          <a:xfrm>
            <a:off x="5537033" y="3365597"/>
            <a:ext cx="427587" cy="427587"/>
            <a:chOff x="8930211" y="5801392"/>
            <a:chExt cx="570116" cy="570116"/>
          </a:xfrm>
        </p:grpSpPr>
        <p:sp>
          <p:nvSpPr>
            <p:cNvPr id="71" name="Freeform 27">
              <a:extLst>
                <a:ext uri="{FF2B5EF4-FFF2-40B4-BE49-F238E27FC236}">
                  <a16:creationId xmlns:a16="http://schemas.microsoft.com/office/drawing/2014/main" id="{1D776D75-B7D0-7A9C-A28E-D610024AA09A}"/>
                </a:ext>
              </a:extLst>
            </p:cNvPr>
            <p:cNvSpPr/>
            <p:nvPr/>
          </p:nvSpPr>
          <p:spPr>
            <a:xfrm>
              <a:off x="8930211" y="5801392"/>
              <a:ext cx="570112" cy="570112"/>
            </a:xfrm>
            <a:custGeom>
              <a:avLst/>
              <a:gdLst/>
              <a:ahLst/>
              <a:cxnLst/>
              <a:rect l="l" t="t" r="r" b="b"/>
              <a:pathLst>
                <a:path w="570112" h="570112">
                  <a:moveTo>
                    <a:pt x="0" y="0"/>
                  </a:moveTo>
                  <a:lnTo>
                    <a:pt x="570112" y="0"/>
                  </a:lnTo>
                  <a:lnTo>
                    <a:pt x="570112" y="570112"/>
                  </a:lnTo>
                  <a:lnTo>
                    <a:pt x="0" y="570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r="-78304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  <p:sp>
          <p:nvSpPr>
            <p:cNvPr id="72" name="TextBox 28">
              <a:extLst>
                <a:ext uri="{FF2B5EF4-FFF2-40B4-BE49-F238E27FC236}">
                  <a16:creationId xmlns:a16="http://schemas.microsoft.com/office/drawing/2014/main" id="{36E3C49A-D98D-42FB-1131-3AE279BFF9BC}"/>
                </a:ext>
              </a:extLst>
            </p:cNvPr>
            <p:cNvSpPr txBox="1"/>
            <p:nvPr/>
          </p:nvSpPr>
          <p:spPr>
            <a:xfrm>
              <a:off x="8930211" y="5801392"/>
              <a:ext cx="570116" cy="57011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E2E1DD"/>
                  </a:solidFill>
                  <a:latin typeface="Instrument Serif"/>
                  <a:ea typeface="Instrument Serif"/>
                  <a:cs typeface="Instrument Serif"/>
                  <a:sym typeface="Instrument Serif"/>
                </a:rPr>
                <a:t>2</a:t>
              </a:r>
            </a:p>
          </p:txBody>
        </p:sp>
      </p:grpSp>
      <p:grpSp>
        <p:nvGrpSpPr>
          <p:cNvPr id="63" name="Group 31">
            <a:extLst>
              <a:ext uri="{FF2B5EF4-FFF2-40B4-BE49-F238E27FC236}">
                <a16:creationId xmlns:a16="http://schemas.microsoft.com/office/drawing/2014/main" id="{77AE8896-C375-D425-9B8E-178C8BB7700D}"/>
              </a:ext>
            </a:extLst>
          </p:cNvPr>
          <p:cNvGrpSpPr/>
          <p:nvPr/>
        </p:nvGrpSpPr>
        <p:grpSpPr>
          <a:xfrm>
            <a:off x="4671822" y="4561335"/>
            <a:ext cx="812483" cy="38100"/>
            <a:chOff x="8064998" y="7400925"/>
            <a:chExt cx="1083310" cy="50800"/>
          </a:xfrm>
        </p:grpSpPr>
        <p:sp>
          <p:nvSpPr>
            <p:cNvPr id="70" name="Freeform 32">
              <a:extLst>
                <a:ext uri="{FF2B5EF4-FFF2-40B4-BE49-F238E27FC236}">
                  <a16:creationId xmlns:a16="http://schemas.microsoft.com/office/drawing/2014/main" id="{C85CE458-5549-440F-A339-0054E23A89AF}"/>
                </a:ext>
              </a:extLst>
            </p:cNvPr>
            <p:cNvSpPr/>
            <p:nvPr/>
          </p:nvSpPr>
          <p:spPr>
            <a:xfrm>
              <a:off x="8064998" y="7400925"/>
              <a:ext cx="1083310" cy="50800"/>
            </a:xfrm>
            <a:custGeom>
              <a:avLst/>
              <a:gdLst/>
              <a:ahLst/>
              <a:cxnLst/>
              <a:rect l="l" t="t" r="r" b="b"/>
              <a:pathLst>
                <a:path w="1083310" h="50800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1068070" y="0"/>
                  </a:lnTo>
                  <a:cubicBezTo>
                    <a:pt x="1076452" y="0"/>
                    <a:pt x="1083310" y="6858"/>
                    <a:pt x="1083310" y="15240"/>
                  </a:cubicBezTo>
                  <a:lnTo>
                    <a:pt x="1083310" y="35560"/>
                  </a:lnTo>
                  <a:cubicBezTo>
                    <a:pt x="1083310" y="43942"/>
                    <a:pt x="1076452" y="50800"/>
                    <a:pt x="1068070" y="50800"/>
                  </a:cubicBezTo>
                  <a:lnTo>
                    <a:pt x="15240" y="50800"/>
                  </a:lnTo>
                  <a:cubicBezTo>
                    <a:pt x="6858" y="50800"/>
                    <a:pt x="0" y="43942"/>
                    <a:pt x="0" y="35560"/>
                  </a:cubicBezTo>
                  <a:close/>
                </a:path>
              </a:pathLst>
            </a:custGeom>
            <a:solidFill>
              <a:srgbClr val="655F5F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</p:grpSp>
      <p:grpSp>
        <p:nvGrpSpPr>
          <p:cNvPr id="64" name="Group 33">
            <a:extLst>
              <a:ext uri="{FF2B5EF4-FFF2-40B4-BE49-F238E27FC236}">
                <a16:creationId xmlns:a16="http://schemas.microsoft.com/office/drawing/2014/main" id="{50D73DA2-C085-4947-6D98-4D3AF8FFBBD3}"/>
              </a:ext>
            </a:extLst>
          </p:cNvPr>
          <p:cNvGrpSpPr/>
          <p:nvPr/>
        </p:nvGrpSpPr>
        <p:grpSpPr>
          <a:xfrm>
            <a:off x="5441402" y="4270977"/>
            <a:ext cx="618840" cy="618840"/>
            <a:chOff x="8834580" y="7110565"/>
            <a:chExt cx="825119" cy="825119"/>
          </a:xfrm>
        </p:grpSpPr>
        <p:sp>
          <p:nvSpPr>
            <p:cNvPr id="68" name="Freeform 34">
              <a:extLst>
                <a:ext uri="{FF2B5EF4-FFF2-40B4-BE49-F238E27FC236}">
                  <a16:creationId xmlns:a16="http://schemas.microsoft.com/office/drawing/2014/main" id="{A971AD90-AE02-494E-4E5F-1C2E91EE1211}"/>
                </a:ext>
              </a:extLst>
            </p:cNvPr>
            <p:cNvSpPr/>
            <p:nvPr/>
          </p:nvSpPr>
          <p:spPr>
            <a:xfrm>
              <a:off x="8840930" y="7116915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797179" y="0"/>
                  </a:lnTo>
                  <a:cubicBezTo>
                    <a:pt x="805561" y="0"/>
                    <a:pt x="812419" y="6858"/>
                    <a:pt x="812419" y="15240"/>
                  </a:cubicBezTo>
                  <a:lnTo>
                    <a:pt x="812419" y="797179"/>
                  </a:lnTo>
                  <a:cubicBezTo>
                    <a:pt x="812419" y="805561"/>
                    <a:pt x="805561" y="812419"/>
                    <a:pt x="797179" y="812419"/>
                  </a:cubicBezTo>
                  <a:lnTo>
                    <a:pt x="15240" y="812419"/>
                  </a:lnTo>
                  <a:cubicBezTo>
                    <a:pt x="6858" y="812419"/>
                    <a:pt x="0" y="805561"/>
                    <a:pt x="0" y="797179"/>
                  </a:cubicBezTo>
                  <a:close/>
                </a:path>
              </a:pathLst>
            </a:custGeom>
            <a:solidFill>
              <a:srgbClr val="3D3737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  <p:sp>
          <p:nvSpPr>
            <p:cNvPr id="69" name="Freeform 35">
              <a:extLst>
                <a:ext uri="{FF2B5EF4-FFF2-40B4-BE49-F238E27FC236}">
                  <a16:creationId xmlns:a16="http://schemas.microsoft.com/office/drawing/2014/main" id="{1199CC7B-F1C7-059F-00E0-CA9AC53608E1}"/>
                </a:ext>
              </a:extLst>
            </p:cNvPr>
            <p:cNvSpPr/>
            <p:nvPr/>
          </p:nvSpPr>
          <p:spPr>
            <a:xfrm>
              <a:off x="8834580" y="7110565"/>
              <a:ext cx="825119" cy="825119"/>
            </a:xfrm>
            <a:custGeom>
              <a:avLst/>
              <a:gdLst/>
              <a:ahLst/>
              <a:cxnLst/>
              <a:rect l="l" t="t" r="r" b="b"/>
              <a:pathLst>
                <a:path w="825119" h="825119">
                  <a:moveTo>
                    <a:pt x="0" y="21590"/>
                  </a:moveTo>
                  <a:cubicBezTo>
                    <a:pt x="0" y="9652"/>
                    <a:pt x="9652" y="0"/>
                    <a:pt x="21590" y="0"/>
                  </a:cubicBezTo>
                  <a:lnTo>
                    <a:pt x="803529" y="0"/>
                  </a:lnTo>
                  <a:lnTo>
                    <a:pt x="803529" y="6350"/>
                  </a:lnTo>
                  <a:lnTo>
                    <a:pt x="803529" y="0"/>
                  </a:lnTo>
                  <a:cubicBezTo>
                    <a:pt x="815467" y="0"/>
                    <a:pt x="825119" y="9652"/>
                    <a:pt x="825119" y="21590"/>
                  </a:cubicBezTo>
                  <a:lnTo>
                    <a:pt x="818769" y="21590"/>
                  </a:lnTo>
                  <a:lnTo>
                    <a:pt x="825119" y="21590"/>
                  </a:lnTo>
                  <a:lnTo>
                    <a:pt x="825119" y="803529"/>
                  </a:lnTo>
                  <a:lnTo>
                    <a:pt x="818769" y="803529"/>
                  </a:lnTo>
                  <a:lnTo>
                    <a:pt x="825119" y="803529"/>
                  </a:lnTo>
                  <a:cubicBezTo>
                    <a:pt x="825119" y="815467"/>
                    <a:pt x="815467" y="825119"/>
                    <a:pt x="803529" y="825119"/>
                  </a:cubicBezTo>
                  <a:lnTo>
                    <a:pt x="803529" y="818769"/>
                  </a:lnTo>
                  <a:lnTo>
                    <a:pt x="803529" y="825119"/>
                  </a:lnTo>
                  <a:lnTo>
                    <a:pt x="21590" y="825119"/>
                  </a:lnTo>
                  <a:lnTo>
                    <a:pt x="21590" y="818769"/>
                  </a:lnTo>
                  <a:lnTo>
                    <a:pt x="21590" y="825119"/>
                  </a:lnTo>
                  <a:cubicBezTo>
                    <a:pt x="9652" y="825119"/>
                    <a:pt x="0" y="815467"/>
                    <a:pt x="0" y="803529"/>
                  </a:cubicBezTo>
                  <a:lnTo>
                    <a:pt x="0" y="21590"/>
                  </a:lnTo>
                  <a:lnTo>
                    <a:pt x="6350" y="21590"/>
                  </a:lnTo>
                  <a:lnTo>
                    <a:pt x="0" y="21590"/>
                  </a:lnTo>
                  <a:moveTo>
                    <a:pt x="12700" y="21590"/>
                  </a:moveTo>
                  <a:lnTo>
                    <a:pt x="12700" y="803529"/>
                  </a:lnTo>
                  <a:lnTo>
                    <a:pt x="6350" y="803529"/>
                  </a:lnTo>
                  <a:lnTo>
                    <a:pt x="12700" y="803529"/>
                  </a:lnTo>
                  <a:cubicBezTo>
                    <a:pt x="12700" y="808482"/>
                    <a:pt x="16637" y="812419"/>
                    <a:pt x="21590" y="812419"/>
                  </a:cubicBezTo>
                  <a:lnTo>
                    <a:pt x="803529" y="812419"/>
                  </a:lnTo>
                  <a:cubicBezTo>
                    <a:pt x="808482" y="812419"/>
                    <a:pt x="812419" y="808482"/>
                    <a:pt x="812419" y="803529"/>
                  </a:cubicBezTo>
                  <a:lnTo>
                    <a:pt x="812419" y="21590"/>
                  </a:lnTo>
                  <a:cubicBezTo>
                    <a:pt x="812419" y="16637"/>
                    <a:pt x="808482" y="12700"/>
                    <a:pt x="803529" y="12700"/>
                  </a:cubicBezTo>
                  <a:lnTo>
                    <a:pt x="21590" y="12700"/>
                  </a:lnTo>
                  <a:lnTo>
                    <a:pt x="21590" y="6350"/>
                  </a:lnTo>
                  <a:lnTo>
                    <a:pt x="21590" y="12700"/>
                  </a:lnTo>
                  <a:cubicBezTo>
                    <a:pt x="16637" y="12700"/>
                    <a:pt x="12700" y="16637"/>
                    <a:pt x="12700" y="21590"/>
                  </a:cubicBezTo>
                  <a:close/>
                </a:path>
              </a:pathLst>
            </a:custGeom>
            <a:solidFill>
              <a:srgbClr val="655F5F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</p:grpSp>
      <p:grpSp>
        <p:nvGrpSpPr>
          <p:cNvPr id="65" name="Group 36">
            <a:extLst>
              <a:ext uri="{FF2B5EF4-FFF2-40B4-BE49-F238E27FC236}">
                <a16:creationId xmlns:a16="http://schemas.microsoft.com/office/drawing/2014/main" id="{CBDB3ED2-F44A-FDCF-38A9-07ACF9A48E0A}"/>
              </a:ext>
            </a:extLst>
          </p:cNvPr>
          <p:cNvGrpSpPr/>
          <p:nvPr/>
        </p:nvGrpSpPr>
        <p:grpSpPr>
          <a:xfrm>
            <a:off x="5537031" y="4366596"/>
            <a:ext cx="427587" cy="427587"/>
            <a:chOff x="8930211" y="7206186"/>
            <a:chExt cx="570116" cy="570116"/>
          </a:xfrm>
        </p:grpSpPr>
        <p:sp>
          <p:nvSpPr>
            <p:cNvPr id="66" name="Freeform 37">
              <a:extLst>
                <a:ext uri="{FF2B5EF4-FFF2-40B4-BE49-F238E27FC236}">
                  <a16:creationId xmlns:a16="http://schemas.microsoft.com/office/drawing/2014/main" id="{C026F22A-9FA6-86CD-A68A-940B620E8A4C}"/>
                </a:ext>
              </a:extLst>
            </p:cNvPr>
            <p:cNvSpPr/>
            <p:nvPr/>
          </p:nvSpPr>
          <p:spPr>
            <a:xfrm>
              <a:off x="8930211" y="7206186"/>
              <a:ext cx="570112" cy="570112"/>
            </a:xfrm>
            <a:custGeom>
              <a:avLst/>
              <a:gdLst/>
              <a:ahLst/>
              <a:cxnLst/>
              <a:rect l="l" t="t" r="r" b="b"/>
              <a:pathLst>
                <a:path w="570112" h="570112">
                  <a:moveTo>
                    <a:pt x="0" y="0"/>
                  </a:moveTo>
                  <a:lnTo>
                    <a:pt x="570112" y="0"/>
                  </a:lnTo>
                  <a:lnTo>
                    <a:pt x="570112" y="570112"/>
                  </a:lnTo>
                  <a:lnTo>
                    <a:pt x="0" y="570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r="-78304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  <p:sp>
          <p:nvSpPr>
            <p:cNvPr id="67" name="TextBox 38">
              <a:extLst>
                <a:ext uri="{FF2B5EF4-FFF2-40B4-BE49-F238E27FC236}">
                  <a16:creationId xmlns:a16="http://schemas.microsoft.com/office/drawing/2014/main" id="{9F314B46-64FA-1A20-31D8-F17173A252E6}"/>
                </a:ext>
              </a:extLst>
            </p:cNvPr>
            <p:cNvSpPr txBox="1"/>
            <p:nvPr/>
          </p:nvSpPr>
          <p:spPr>
            <a:xfrm>
              <a:off x="8930211" y="7206186"/>
              <a:ext cx="570116" cy="57011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E2E1DD"/>
                  </a:solidFill>
                  <a:latin typeface="Instrument Serif"/>
                  <a:ea typeface="Instrument Serif"/>
                  <a:cs typeface="Instrument Serif"/>
                  <a:sym typeface="Instrument Serif"/>
                </a:rPr>
                <a:t>3</a:t>
              </a:r>
            </a:p>
          </p:txBody>
        </p:sp>
      </p:grpSp>
      <p:grpSp>
        <p:nvGrpSpPr>
          <p:cNvPr id="82" name="Group 21">
            <a:extLst>
              <a:ext uri="{FF2B5EF4-FFF2-40B4-BE49-F238E27FC236}">
                <a16:creationId xmlns:a16="http://schemas.microsoft.com/office/drawing/2014/main" id="{50000514-7F95-DB4D-2110-F9A6403F4C86}"/>
              </a:ext>
            </a:extLst>
          </p:cNvPr>
          <p:cNvGrpSpPr/>
          <p:nvPr/>
        </p:nvGrpSpPr>
        <p:grpSpPr>
          <a:xfrm>
            <a:off x="6036912" y="5533730"/>
            <a:ext cx="812483" cy="38100"/>
            <a:chOff x="9410548" y="5996140"/>
            <a:chExt cx="1083310" cy="50800"/>
          </a:xfrm>
        </p:grpSpPr>
        <p:sp>
          <p:nvSpPr>
            <p:cNvPr id="83" name="Freeform 22">
              <a:extLst>
                <a:ext uri="{FF2B5EF4-FFF2-40B4-BE49-F238E27FC236}">
                  <a16:creationId xmlns:a16="http://schemas.microsoft.com/office/drawing/2014/main" id="{97423985-B3A4-8DA3-2A8A-309D2BF2E741}"/>
                </a:ext>
              </a:extLst>
            </p:cNvPr>
            <p:cNvSpPr/>
            <p:nvPr/>
          </p:nvSpPr>
          <p:spPr>
            <a:xfrm>
              <a:off x="9410548" y="5996140"/>
              <a:ext cx="1083310" cy="50800"/>
            </a:xfrm>
            <a:custGeom>
              <a:avLst/>
              <a:gdLst/>
              <a:ahLst/>
              <a:cxnLst/>
              <a:rect l="l" t="t" r="r" b="b"/>
              <a:pathLst>
                <a:path w="1083310" h="50800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1068070" y="0"/>
                  </a:lnTo>
                  <a:cubicBezTo>
                    <a:pt x="1076452" y="0"/>
                    <a:pt x="1083310" y="6858"/>
                    <a:pt x="1083310" y="15240"/>
                  </a:cubicBezTo>
                  <a:lnTo>
                    <a:pt x="1083310" y="35560"/>
                  </a:lnTo>
                  <a:cubicBezTo>
                    <a:pt x="1083310" y="43942"/>
                    <a:pt x="1076452" y="50800"/>
                    <a:pt x="1068070" y="50800"/>
                  </a:cubicBezTo>
                  <a:lnTo>
                    <a:pt x="15240" y="50800"/>
                  </a:lnTo>
                  <a:cubicBezTo>
                    <a:pt x="6858" y="50800"/>
                    <a:pt x="0" y="43942"/>
                    <a:pt x="0" y="35560"/>
                  </a:cubicBezTo>
                  <a:close/>
                </a:path>
              </a:pathLst>
            </a:custGeom>
            <a:solidFill>
              <a:srgbClr val="655F5F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</p:grpSp>
      <p:grpSp>
        <p:nvGrpSpPr>
          <p:cNvPr id="84" name="Group 23">
            <a:extLst>
              <a:ext uri="{FF2B5EF4-FFF2-40B4-BE49-F238E27FC236}">
                <a16:creationId xmlns:a16="http://schemas.microsoft.com/office/drawing/2014/main" id="{31134684-3618-852A-9026-6C0EA2A7D5B7}"/>
              </a:ext>
            </a:extLst>
          </p:cNvPr>
          <p:cNvGrpSpPr/>
          <p:nvPr/>
        </p:nvGrpSpPr>
        <p:grpSpPr>
          <a:xfrm>
            <a:off x="5460942" y="5243361"/>
            <a:ext cx="618840" cy="618840"/>
            <a:chOff x="8834580" y="5705770"/>
            <a:chExt cx="825119" cy="825119"/>
          </a:xfrm>
        </p:grpSpPr>
        <p:sp>
          <p:nvSpPr>
            <p:cNvPr id="85" name="Freeform 24">
              <a:extLst>
                <a:ext uri="{FF2B5EF4-FFF2-40B4-BE49-F238E27FC236}">
                  <a16:creationId xmlns:a16="http://schemas.microsoft.com/office/drawing/2014/main" id="{DFB2D6CF-BC7E-C309-9C93-26F54CAA405C}"/>
                </a:ext>
              </a:extLst>
            </p:cNvPr>
            <p:cNvSpPr/>
            <p:nvPr/>
          </p:nvSpPr>
          <p:spPr>
            <a:xfrm>
              <a:off x="8840930" y="571212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797179" y="0"/>
                  </a:lnTo>
                  <a:cubicBezTo>
                    <a:pt x="805561" y="0"/>
                    <a:pt x="812419" y="6858"/>
                    <a:pt x="812419" y="15240"/>
                  </a:cubicBezTo>
                  <a:lnTo>
                    <a:pt x="812419" y="797179"/>
                  </a:lnTo>
                  <a:cubicBezTo>
                    <a:pt x="812419" y="805561"/>
                    <a:pt x="805561" y="812419"/>
                    <a:pt x="797179" y="812419"/>
                  </a:cubicBezTo>
                  <a:lnTo>
                    <a:pt x="15240" y="812419"/>
                  </a:lnTo>
                  <a:cubicBezTo>
                    <a:pt x="6858" y="812419"/>
                    <a:pt x="0" y="805561"/>
                    <a:pt x="0" y="797179"/>
                  </a:cubicBezTo>
                  <a:close/>
                </a:path>
              </a:pathLst>
            </a:custGeom>
            <a:solidFill>
              <a:srgbClr val="3D3737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  <p:sp>
          <p:nvSpPr>
            <p:cNvPr id="86" name="Freeform 25">
              <a:extLst>
                <a:ext uri="{FF2B5EF4-FFF2-40B4-BE49-F238E27FC236}">
                  <a16:creationId xmlns:a16="http://schemas.microsoft.com/office/drawing/2014/main" id="{C1AC48CE-682C-88E9-99E2-720CED10EBB8}"/>
                </a:ext>
              </a:extLst>
            </p:cNvPr>
            <p:cNvSpPr/>
            <p:nvPr/>
          </p:nvSpPr>
          <p:spPr>
            <a:xfrm>
              <a:off x="8834580" y="5705770"/>
              <a:ext cx="825119" cy="825119"/>
            </a:xfrm>
            <a:custGeom>
              <a:avLst/>
              <a:gdLst/>
              <a:ahLst/>
              <a:cxnLst/>
              <a:rect l="l" t="t" r="r" b="b"/>
              <a:pathLst>
                <a:path w="825119" h="825119">
                  <a:moveTo>
                    <a:pt x="0" y="21590"/>
                  </a:moveTo>
                  <a:cubicBezTo>
                    <a:pt x="0" y="9652"/>
                    <a:pt x="9652" y="0"/>
                    <a:pt x="21590" y="0"/>
                  </a:cubicBezTo>
                  <a:lnTo>
                    <a:pt x="803529" y="0"/>
                  </a:lnTo>
                  <a:lnTo>
                    <a:pt x="803529" y="6350"/>
                  </a:lnTo>
                  <a:lnTo>
                    <a:pt x="803529" y="0"/>
                  </a:lnTo>
                  <a:cubicBezTo>
                    <a:pt x="815467" y="0"/>
                    <a:pt x="825119" y="9652"/>
                    <a:pt x="825119" y="21590"/>
                  </a:cubicBezTo>
                  <a:lnTo>
                    <a:pt x="818769" y="21590"/>
                  </a:lnTo>
                  <a:lnTo>
                    <a:pt x="825119" y="21590"/>
                  </a:lnTo>
                  <a:lnTo>
                    <a:pt x="825119" y="803529"/>
                  </a:lnTo>
                  <a:lnTo>
                    <a:pt x="818769" y="803529"/>
                  </a:lnTo>
                  <a:lnTo>
                    <a:pt x="825119" y="803529"/>
                  </a:lnTo>
                  <a:cubicBezTo>
                    <a:pt x="825119" y="815467"/>
                    <a:pt x="815467" y="825119"/>
                    <a:pt x="803529" y="825119"/>
                  </a:cubicBezTo>
                  <a:lnTo>
                    <a:pt x="803529" y="818769"/>
                  </a:lnTo>
                  <a:lnTo>
                    <a:pt x="803529" y="825119"/>
                  </a:lnTo>
                  <a:lnTo>
                    <a:pt x="21590" y="825119"/>
                  </a:lnTo>
                  <a:lnTo>
                    <a:pt x="21590" y="818769"/>
                  </a:lnTo>
                  <a:lnTo>
                    <a:pt x="21590" y="825119"/>
                  </a:lnTo>
                  <a:cubicBezTo>
                    <a:pt x="9652" y="825119"/>
                    <a:pt x="0" y="815467"/>
                    <a:pt x="0" y="803529"/>
                  </a:cubicBezTo>
                  <a:lnTo>
                    <a:pt x="0" y="21590"/>
                  </a:lnTo>
                  <a:lnTo>
                    <a:pt x="6350" y="21590"/>
                  </a:lnTo>
                  <a:lnTo>
                    <a:pt x="0" y="21590"/>
                  </a:lnTo>
                  <a:moveTo>
                    <a:pt x="12700" y="21590"/>
                  </a:moveTo>
                  <a:lnTo>
                    <a:pt x="12700" y="803529"/>
                  </a:lnTo>
                  <a:lnTo>
                    <a:pt x="6350" y="803529"/>
                  </a:lnTo>
                  <a:lnTo>
                    <a:pt x="12700" y="803529"/>
                  </a:lnTo>
                  <a:cubicBezTo>
                    <a:pt x="12700" y="808482"/>
                    <a:pt x="16637" y="812419"/>
                    <a:pt x="21590" y="812419"/>
                  </a:cubicBezTo>
                  <a:lnTo>
                    <a:pt x="803529" y="812419"/>
                  </a:lnTo>
                  <a:cubicBezTo>
                    <a:pt x="808482" y="812419"/>
                    <a:pt x="812419" y="808482"/>
                    <a:pt x="812419" y="803529"/>
                  </a:cubicBezTo>
                  <a:lnTo>
                    <a:pt x="812419" y="21590"/>
                  </a:lnTo>
                  <a:cubicBezTo>
                    <a:pt x="812419" y="16637"/>
                    <a:pt x="808482" y="12700"/>
                    <a:pt x="803529" y="12700"/>
                  </a:cubicBezTo>
                  <a:lnTo>
                    <a:pt x="21590" y="12700"/>
                  </a:lnTo>
                  <a:lnTo>
                    <a:pt x="21590" y="6350"/>
                  </a:lnTo>
                  <a:lnTo>
                    <a:pt x="21590" y="12700"/>
                  </a:lnTo>
                  <a:cubicBezTo>
                    <a:pt x="16637" y="12700"/>
                    <a:pt x="12700" y="16637"/>
                    <a:pt x="12700" y="21590"/>
                  </a:cubicBezTo>
                  <a:close/>
                </a:path>
              </a:pathLst>
            </a:custGeom>
            <a:solidFill>
              <a:srgbClr val="655F5F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</p:grpSp>
      <p:grpSp>
        <p:nvGrpSpPr>
          <p:cNvPr id="87" name="Group 26">
            <a:extLst>
              <a:ext uri="{FF2B5EF4-FFF2-40B4-BE49-F238E27FC236}">
                <a16:creationId xmlns:a16="http://schemas.microsoft.com/office/drawing/2014/main" id="{FE2A38EF-94E6-1D5B-8D17-057B0DA41F13}"/>
              </a:ext>
            </a:extLst>
          </p:cNvPr>
          <p:cNvGrpSpPr/>
          <p:nvPr/>
        </p:nvGrpSpPr>
        <p:grpSpPr>
          <a:xfrm>
            <a:off x="5556571" y="5338982"/>
            <a:ext cx="427587" cy="427587"/>
            <a:chOff x="8930211" y="5801392"/>
            <a:chExt cx="570116" cy="570116"/>
          </a:xfrm>
        </p:grpSpPr>
        <p:sp>
          <p:nvSpPr>
            <p:cNvPr id="88" name="Freeform 27">
              <a:extLst>
                <a:ext uri="{FF2B5EF4-FFF2-40B4-BE49-F238E27FC236}">
                  <a16:creationId xmlns:a16="http://schemas.microsoft.com/office/drawing/2014/main" id="{E7568F44-D58B-E4DE-0DA5-1E7FA18CC8DB}"/>
                </a:ext>
              </a:extLst>
            </p:cNvPr>
            <p:cNvSpPr/>
            <p:nvPr/>
          </p:nvSpPr>
          <p:spPr>
            <a:xfrm>
              <a:off x="8930211" y="5801392"/>
              <a:ext cx="570112" cy="570112"/>
            </a:xfrm>
            <a:custGeom>
              <a:avLst/>
              <a:gdLst/>
              <a:ahLst/>
              <a:cxnLst/>
              <a:rect l="l" t="t" r="r" b="b"/>
              <a:pathLst>
                <a:path w="570112" h="570112">
                  <a:moveTo>
                    <a:pt x="0" y="0"/>
                  </a:moveTo>
                  <a:lnTo>
                    <a:pt x="570112" y="0"/>
                  </a:lnTo>
                  <a:lnTo>
                    <a:pt x="570112" y="570112"/>
                  </a:lnTo>
                  <a:lnTo>
                    <a:pt x="0" y="570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r="-78304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  <p:sp>
          <p:nvSpPr>
            <p:cNvPr id="89" name="TextBox 28">
              <a:extLst>
                <a:ext uri="{FF2B5EF4-FFF2-40B4-BE49-F238E27FC236}">
                  <a16:creationId xmlns:a16="http://schemas.microsoft.com/office/drawing/2014/main" id="{5E014024-7DCC-A137-ECA8-0B1DDEC74C3A}"/>
                </a:ext>
              </a:extLst>
            </p:cNvPr>
            <p:cNvSpPr txBox="1"/>
            <p:nvPr/>
          </p:nvSpPr>
          <p:spPr>
            <a:xfrm>
              <a:off x="8930211" y="5801392"/>
              <a:ext cx="570116" cy="57011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E2E1DD"/>
                  </a:solidFill>
                  <a:latin typeface="Instrument Serif"/>
                  <a:ea typeface="Instrument Serif"/>
                  <a:cs typeface="Instrument Serif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9185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854A9-2019-E948-812D-DC06B12C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+mj-lt"/>
                <a:cs typeface="+mj-lt"/>
              </a:rPr>
              <a:t>Demostración</a:t>
            </a:r>
            <a:endParaRPr lang="es-ES"/>
          </a:p>
        </p:txBody>
      </p:sp>
      <p:pic>
        <p:nvPicPr>
          <p:cNvPr id="4" name="Imagen 3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C6B40104-A226-F67D-F09F-E28221F90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168" y="1878582"/>
            <a:ext cx="7510178" cy="429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38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BE48C64-5364-4060-8928-FC052E77C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9F791B-8515-4F50-9D32-45DD7676C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6A6F95-73C3-44EC-9D80-3131D2D86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354BB66-1B80-4A2E-99ED-DFA1F3E30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85F346-7E64-70ED-702A-894368EDA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000" y="639097"/>
            <a:ext cx="4813072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Conclusión</a:t>
            </a:r>
          </a:p>
        </p:txBody>
      </p:sp>
      <p:pic>
        <p:nvPicPr>
          <p:cNvPr id="7" name="Graphic 6" descr="Marca de verificación">
            <a:extLst>
              <a:ext uri="{FF2B5EF4-FFF2-40B4-BE49-F238E27FC236}">
                <a16:creationId xmlns:a16="http://schemas.microsoft.com/office/drawing/2014/main" id="{0768609E-C2CC-9FB9-E978-BB5BEAB8D9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21" y="640081"/>
            <a:ext cx="5054156" cy="5054156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0748027-1A69-4C2C-B18A-DAB243320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3F270B28-3AA6-4A1C-8308-5746B5A7C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FB3D629-0C49-47B7-B9BD-23D7CF689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590508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27A0236AE78904D9C1BA56F89126577" ma:contentTypeVersion="13" ma:contentTypeDescription="Crear nuevo documento." ma:contentTypeScope="" ma:versionID="862d6a8f57087ffcab243aba8984d6ed">
  <xsd:schema xmlns:xsd="http://www.w3.org/2001/XMLSchema" xmlns:xs="http://www.w3.org/2001/XMLSchema" xmlns:p="http://schemas.microsoft.com/office/2006/metadata/properties" xmlns:ns3="dda89680-1d6f-4f83-8df8-09a64246f3a2" xmlns:ns4="3a22e4d6-940c-4db5-84fc-9bb1fa4dfc7c" targetNamespace="http://schemas.microsoft.com/office/2006/metadata/properties" ma:root="true" ma:fieldsID="ea5ff23dbdad0bb94a71ec2d6f2cb9f2" ns3:_="" ns4:_="">
    <xsd:import namespace="dda89680-1d6f-4f83-8df8-09a64246f3a2"/>
    <xsd:import namespace="3a22e4d6-940c-4db5-84fc-9bb1fa4dfc7c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a89680-1d6f-4f83-8df8-09a64246f3a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22e4d6-940c-4db5-84fc-9bb1fa4dfc7c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da89680-1d6f-4f83-8df8-09a64246f3a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341A433-7E3D-414A-81C9-F024BBDE3E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da89680-1d6f-4f83-8df8-09a64246f3a2"/>
    <ds:schemaRef ds:uri="3a22e4d6-940c-4db5-84fc-9bb1fa4dfc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2D7E83F-918C-481C-8A25-C08E456F8356}">
  <ds:schemaRefs>
    <ds:schemaRef ds:uri="http://www.w3.org/XML/1998/namespace"/>
    <ds:schemaRef ds:uri="http://purl.org/dc/elements/1.1/"/>
    <ds:schemaRef ds:uri="dda89680-1d6f-4f83-8df8-09a64246f3a2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3a22e4d6-940c-4db5-84fc-9bb1fa4dfc7c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7A2A0C6-C520-4681-94BB-2F0D53D5BE7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219</TotalTime>
  <Words>177</Words>
  <Application>Microsoft Office PowerPoint</Application>
  <PresentationFormat>Panorámica</PresentationFormat>
  <Paragraphs>44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Instrument Serif</vt:lpstr>
      <vt:lpstr>Retrospect</vt:lpstr>
      <vt:lpstr>Sistema Multiagente de Detección de Vehículos</vt:lpstr>
      <vt:lpstr>Introducción</vt:lpstr>
      <vt:lpstr>Tecnologías Utilizadas</vt:lpstr>
      <vt:lpstr>Arquitectura del Sistema</vt:lpstr>
      <vt:lpstr>Agente de Percepción</vt:lpstr>
      <vt:lpstr>Agente de Procesamiento</vt:lpstr>
      <vt:lpstr>Agente de Interfaz Gráfica</vt:lpstr>
      <vt:lpstr>Flujo de Comunicación ACL</vt:lpstr>
      <vt:lpstr>Demostración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GONZALO PORRAS GRANDE</dc:creator>
  <cp:lastModifiedBy>GONZALO PORRAS GRANDE</cp:lastModifiedBy>
  <cp:revision>2</cp:revision>
  <dcterms:created xsi:type="dcterms:W3CDTF">2026-05-24T18:39:31Z</dcterms:created>
  <dcterms:modified xsi:type="dcterms:W3CDTF">2026-05-25T19:24:43Z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0x010100027A0236AE78904D9C1BA56F89126577</vt:lpwstr>
  </property>
</Properties>
</file>